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7" r:id="rId2"/>
    <p:sldId id="270" r:id="rId3"/>
    <p:sldId id="315" r:id="rId4"/>
    <p:sldId id="316" r:id="rId5"/>
    <p:sldId id="325" r:id="rId6"/>
    <p:sldId id="324" r:id="rId7"/>
    <p:sldId id="326" r:id="rId8"/>
    <p:sldId id="317" r:id="rId9"/>
    <p:sldId id="318" r:id="rId10"/>
    <p:sldId id="319" r:id="rId11"/>
    <p:sldId id="307" r:id="rId12"/>
    <p:sldId id="322" r:id="rId13"/>
    <p:sldId id="323" r:id="rId14"/>
    <p:sldId id="321" r:id="rId15"/>
    <p:sldId id="309" r:id="rId16"/>
    <p:sldId id="308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84C04-93C7-4543-906F-0D0D3F5518AA}" v="700" dt="2026-01-05T07:51:46.466"/>
    <p1510:client id="{72326228-736E-BF6A-DA9D-2B99C7BA2A6C}" v="31" dt="2026-01-06T04:13:49.615"/>
    <p1510:client id="{7FF0271B-E54E-A2F3-EB1D-9DBF1E57E492}" v="120" dt="2026-01-06T03:00:29.273"/>
    <p1510:client id="{8124BCBC-0FD2-090D-5EC2-F5CFDDC9DA22}" v="60" dt="2026-01-06T02:38:48.119"/>
    <p1510:client id="{EFED012A-F4B8-47A3-A583-A9FD2F703ED1}" v="83" dt="2026-01-06T04:55:59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63EF0E-AD9A-442D-8016-13D1F77E95A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7F72E38-AD7D-41F1-8AF4-D0F2D636AD44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Document Overload</a:t>
          </a:r>
          <a:r>
            <a:rPr lang="en-US">
              <a:latin typeface="Rockwell" panose="02060603020205020403" pitchFamily="18" charset="0"/>
            </a:rPr>
            <a:t>: Companies can't efficiently process thousands of documents</a:t>
          </a:r>
        </a:p>
      </dgm:t>
    </dgm:pt>
    <dgm:pt modelId="{115E6448-7481-4AC2-96E2-B327E51F6E6F}" type="parTrans" cxnId="{9483BCBE-26D1-4899-AACB-0073AB7F9DF3}">
      <dgm:prSet/>
      <dgm:spPr/>
      <dgm:t>
        <a:bodyPr/>
        <a:lstStyle/>
        <a:p>
          <a:endParaRPr lang="en-US"/>
        </a:p>
      </dgm:t>
    </dgm:pt>
    <dgm:pt modelId="{796B58F2-1670-4150-A4AD-C351C2DBCB4E}" type="sibTrans" cxnId="{9483BCBE-26D1-4899-AACB-0073AB7F9DF3}">
      <dgm:prSet/>
      <dgm:spPr/>
      <dgm:t>
        <a:bodyPr/>
        <a:lstStyle/>
        <a:p>
          <a:endParaRPr lang="en-US"/>
        </a:p>
      </dgm:t>
    </dgm:pt>
    <dgm:pt modelId="{F772538C-AC09-45A3-97CE-C9E4DD7B799A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No Memory</a:t>
          </a:r>
          <a:r>
            <a:rPr lang="en-US">
              <a:latin typeface="Rockwell" panose="02060603020205020403" pitchFamily="18" charset="0"/>
            </a:rPr>
            <a:t>: Systems forget previous work and repeat everything</a:t>
          </a:r>
        </a:p>
      </dgm:t>
    </dgm:pt>
    <dgm:pt modelId="{40BE06F8-225E-491C-B776-2436B62EBB98}" type="parTrans" cxnId="{2FF0BEED-47C8-46DC-8AEE-CE8F0FCE8540}">
      <dgm:prSet/>
      <dgm:spPr/>
      <dgm:t>
        <a:bodyPr/>
        <a:lstStyle/>
        <a:p>
          <a:endParaRPr lang="en-US"/>
        </a:p>
      </dgm:t>
    </dgm:pt>
    <dgm:pt modelId="{2116510C-E353-4CF9-9BD9-74E24257E49F}" type="sibTrans" cxnId="{2FF0BEED-47C8-46DC-8AEE-CE8F0FCE8540}">
      <dgm:prSet/>
      <dgm:spPr/>
      <dgm:t>
        <a:bodyPr/>
        <a:lstStyle/>
        <a:p>
          <a:endParaRPr lang="en-US"/>
        </a:p>
      </dgm:t>
    </dgm:pt>
    <dgm:pt modelId="{A85C2250-8582-4E7D-AAFC-7430EF84AEAF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Trust Issues</a:t>
          </a:r>
          <a:r>
            <a:rPr lang="en-US">
              <a:latin typeface="Rockwell" panose="02060603020205020403" pitchFamily="18" charset="0"/>
            </a:rPr>
            <a:t>: Users don't know if AI answers are correct</a:t>
          </a:r>
        </a:p>
      </dgm:t>
    </dgm:pt>
    <dgm:pt modelId="{40C4337E-769D-4DDB-BE41-B934873BC8FC}" type="parTrans" cxnId="{F9C3A5FF-23D5-49F1-BEA1-8FD597F1044B}">
      <dgm:prSet/>
      <dgm:spPr/>
      <dgm:t>
        <a:bodyPr/>
        <a:lstStyle/>
        <a:p>
          <a:endParaRPr lang="en-US"/>
        </a:p>
      </dgm:t>
    </dgm:pt>
    <dgm:pt modelId="{881C734E-A57C-42FE-B7BA-2720A9F28833}" type="sibTrans" cxnId="{F9C3A5FF-23D5-49F1-BEA1-8FD597F1044B}">
      <dgm:prSet/>
      <dgm:spPr/>
      <dgm:t>
        <a:bodyPr/>
        <a:lstStyle/>
        <a:p>
          <a:endParaRPr lang="en-US"/>
        </a:p>
      </dgm:t>
    </dgm:pt>
    <dgm:pt modelId="{DBDE26DE-660A-425E-82A6-9F38893C4E83}" type="pres">
      <dgm:prSet presAssocID="{EF63EF0E-AD9A-442D-8016-13D1F77E95A0}" presName="root" presStyleCnt="0">
        <dgm:presLayoutVars>
          <dgm:dir/>
          <dgm:resizeHandles val="exact"/>
        </dgm:presLayoutVars>
      </dgm:prSet>
      <dgm:spPr/>
    </dgm:pt>
    <dgm:pt modelId="{7B724EBE-7759-4AE7-BFE0-C0ED9D7910DE}" type="pres">
      <dgm:prSet presAssocID="{57F72E38-AD7D-41F1-8AF4-D0F2D636AD44}" presName="compNode" presStyleCnt="0"/>
      <dgm:spPr/>
    </dgm:pt>
    <dgm:pt modelId="{02D1B458-7126-49EA-9613-ACFCFE949AD4}" type="pres">
      <dgm:prSet presAssocID="{57F72E38-AD7D-41F1-8AF4-D0F2D636AD44}" presName="bgRect" presStyleLbl="bgShp" presStyleIdx="0" presStyleCnt="3"/>
      <dgm:spPr/>
    </dgm:pt>
    <dgm:pt modelId="{F8C658A4-70B6-49D8-BED3-BBCB12EDDFED}" type="pres">
      <dgm:prSet presAssocID="{57F72E38-AD7D-41F1-8AF4-D0F2D636AD4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7E09A6A-0478-4B42-B8B4-86A16453DC6C}" type="pres">
      <dgm:prSet presAssocID="{57F72E38-AD7D-41F1-8AF4-D0F2D636AD44}" presName="spaceRect" presStyleCnt="0"/>
      <dgm:spPr/>
    </dgm:pt>
    <dgm:pt modelId="{6BA9D41F-557D-4072-9E9E-06DCBEA1C500}" type="pres">
      <dgm:prSet presAssocID="{57F72E38-AD7D-41F1-8AF4-D0F2D636AD44}" presName="parTx" presStyleLbl="revTx" presStyleIdx="0" presStyleCnt="3">
        <dgm:presLayoutVars>
          <dgm:chMax val="0"/>
          <dgm:chPref val="0"/>
        </dgm:presLayoutVars>
      </dgm:prSet>
      <dgm:spPr/>
    </dgm:pt>
    <dgm:pt modelId="{0BAC8A30-5728-4AB9-9770-19A11EF0D3A2}" type="pres">
      <dgm:prSet presAssocID="{796B58F2-1670-4150-A4AD-C351C2DBCB4E}" presName="sibTrans" presStyleCnt="0"/>
      <dgm:spPr/>
    </dgm:pt>
    <dgm:pt modelId="{BF9588F7-C8BF-4B20-87B8-E2085E5E4291}" type="pres">
      <dgm:prSet presAssocID="{F772538C-AC09-45A3-97CE-C9E4DD7B799A}" presName="compNode" presStyleCnt="0"/>
      <dgm:spPr/>
    </dgm:pt>
    <dgm:pt modelId="{FCA272FA-83E8-4864-8872-B2C9E30ACD6F}" type="pres">
      <dgm:prSet presAssocID="{F772538C-AC09-45A3-97CE-C9E4DD7B799A}" presName="bgRect" presStyleLbl="bgShp" presStyleIdx="1" presStyleCnt="3"/>
      <dgm:spPr/>
    </dgm:pt>
    <dgm:pt modelId="{F3719D1C-5D5C-4C79-9EA4-26B328C85D6C}" type="pres">
      <dgm:prSet presAssocID="{F772538C-AC09-45A3-97CE-C9E4DD7B79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F1032120-C703-4861-AE4B-BD9848686370}" type="pres">
      <dgm:prSet presAssocID="{F772538C-AC09-45A3-97CE-C9E4DD7B799A}" presName="spaceRect" presStyleCnt="0"/>
      <dgm:spPr/>
    </dgm:pt>
    <dgm:pt modelId="{7A05F09F-97A7-494C-A656-D499968EC34A}" type="pres">
      <dgm:prSet presAssocID="{F772538C-AC09-45A3-97CE-C9E4DD7B799A}" presName="parTx" presStyleLbl="revTx" presStyleIdx="1" presStyleCnt="3">
        <dgm:presLayoutVars>
          <dgm:chMax val="0"/>
          <dgm:chPref val="0"/>
        </dgm:presLayoutVars>
      </dgm:prSet>
      <dgm:spPr/>
    </dgm:pt>
    <dgm:pt modelId="{64CB0AB7-4768-44DA-BD5F-6C90415117B0}" type="pres">
      <dgm:prSet presAssocID="{2116510C-E353-4CF9-9BD9-74E24257E49F}" presName="sibTrans" presStyleCnt="0"/>
      <dgm:spPr/>
    </dgm:pt>
    <dgm:pt modelId="{6D797754-18F1-4D27-B474-409F2AF08071}" type="pres">
      <dgm:prSet presAssocID="{A85C2250-8582-4E7D-AAFC-7430EF84AEAF}" presName="compNode" presStyleCnt="0"/>
      <dgm:spPr/>
    </dgm:pt>
    <dgm:pt modelId="{030E5CEE-2D6C-40A9-B737-D06AC4A2C4F2}" type="pres">
      <dgm:prSet presAssocID="{A85C2250-8582-4E7D-AAFC-7430EF84AEAF}" presName="bgRect" presStyleLbl="bgShp" presStyleIdx="2" presStyleCnt="3"/>
      <dgm:spPr/>
    </dgm:pt>
    <dgm:pt modelId="{C44C46F9-835E-41F4-A83B-447070F76345}" type="pres">
      <dgm:prSet presAssocID="{A85C2250-8582-4E7D-AAFC-7430EF84AEA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DEBD249-7472-4E45-8BA1-AFDDE1EC380A}" type="pres">
      <dgm:prSet presAssocID="{A85C2250-8582-4E7D-AAFC-7430EF84AEAF}" presName="spaceRect" presStyleCnt="0"/>
      <dgm:spPr/>
    </dgm:pt>
    <dgm:pt modelId="{CAF537FD-6C32-4153-A449-12D4A9823109}" type="pres">
      <dgm:prSet presAssocID="{A85C2250-8582-4E7D-AAFC-7430EF84AEA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E3F9525-116B-44E7-A95C-B3C6FC53CA49}" type="presOf" srcId="{F772538C-AC09-45A3-97CE-C9E4DD7B799A}" destId="{7A05F09F-97A7-494C-A656-D499968EC34A}" srcOrd="0" destOrd="0" presId="urn:microsoft.com/office/officeart/2018/2/layout/IconVerticalSolidList"/>
    <dgm:cxn modelId="{96C8884A-35BF-4798-958D-E72CAD5F06C7}" type="presOf" srcId="{EF63EF0E-AD9A-442D-8016-13D1F77E95A0}" destId="{DBDE26DE-660A-425E-82A6-9F38893C4E83}" srcOrd="0" destOrd="0" presId="urn:microsoft.com/office/officeart/2018/2/layout/IconVerticalSolidList"/>
    <dgm:cxn modelId="{D6FA4F50-31B3-4050-B5CE-005EA2F0F3BF}" type="presOf" srcId="{A85C2250-8582-4E7D-AAFC-7430EF84AEAF}" destId="{CAF537FD-6C32-4153-A449-12D4A9823109}" srcOrd="0" destOrd="0" presId="urn:microsoft.com/office/officeart/2018/2/layout/IconVerticalSolidList"/>
    <dgm:cxn modelId="{9483BCBE-26D1-4899-AACB-0073AB7F9DF3}" srcId="{EF63EF0E-AD9A-442D-8016-13D1F77E95A0}" destId="{57F72E38-AD7D-41F1-8AF4-D0F2D636AD44}" srcOrd="0" destOrd="0" parTransId="{115E6448-7481-4AC2-96E2-B327E51F6E6F}" sibTransId="{796B58F2-1670-4150-A4AD-C351C2DBCB4E}"/>
    <dgm:cxn modelId="{74FB3ADB-F2BF-4EAA-ACD9-4E3099C04606}" type="presOf" srcId="{57F72E38-AD7D-41F1-8AF4-D0F2D636AD44}" destId="{6BA9D41F-557D-4072-9E9E-06DCBEA1C500}" srcOrd="0" destOrd="0" presId="urn:microsoft.com/office/officeart/2018/2/layout/IconVerticalSolidList"/>
    <dgm:cxn modelId="{2FF0BEED-47C8-46DC-8AEE-CE8F0FCE8540}" srcId="{EF63EF0E-AD9A-442D-8016-13D1F77E95A0}" destId="{F772538C-AC09-45A3-97CE-C9E4DD7B799A}" srcOrd="1" destOrd="0" parTransId="{40BE06F8-225E-491C-B776-2436B62EBB98}" sibTransId="{2116510C-E353-4CF9-9BD9-74E24257E49F}"/>
    <dgm:cxn modelId="{F9C3A5FF-23D5-49F1-BEA1-8FD597F1044B}" srcId="{EF63EF0E-AD9A-442D-8016-13D1F77E95A0}" destId="{A85C2250-8582-4E7D-AAFC-7430EF84AEAF}" srcOrd="2" destOrd="0" parTransId="{40C4337E-769D-4DDB-BE41-B934873BC8FC}" sibTransId="{881C734E-A57C-42FE-B7BA-2720A9F28833}"/>
    <dgm:cxn modelId="{A7F59A23-15BD-4EFF-BA55-9F691A874286}" type="presParOf" srcId="{DBDE26DE-660A-425E-82A6-9F38893C4E83}" destId="{7B724EBE-7759-4AE7-BFE0-C0ED9D7910DE}" srcOrd="0" destOrd="0" presId="urn:microsoft.com/office/officeart/2018/2/layout/IconVerticalSolidList"/>
    <dgm:cxn modelId="{C7950B51-CFE8-4349-BF77-18A5C0A44B8F}" type="presParOf" srcId="{7B724EBE-7759-4AE7-BFE0-C0ED9D7910DE}" destId="{02D1B458-7126-49EA-9613-ACFCFE949AD4}" srcOrd="0" destOrd="0" presId="urn:microsoft.com/office/officeart/2018/2/layout/IconVerticalSolidList"/>
    <dgm:cxn modelId="{D21F5C06-F5C1-4A8F-967E-B84BD1324AD8}" type="presParOf" srcId="{7B724EBE-7759-4AE7-BFE0-C0ED9D7910DE}" destId="{F8C658A4-70B6-49D8-BED3-BBCB12EDDFED}" srcOrd="1" destOrd="0" presId="urn:microsoft.com/office/officeart/2018/2/layout/IconVerticalSolidList"/>
    <dgm:cxn modelId="{FA6FCF99-F4A4-4FCA-AF3C-4F3487F2FE1E}" type="presParOf" srcId="{7B724EBE-7759-4AE7-BFE0-C0ED9D7910DE}" destId="{C7E09A6A-0478-4B42-B8B4-86A16453DC6C}" srcOrd="2" destOrd="0" presId="urn:microsoft.com/office/officeart/2018/2/layout/IconVerticalSolidList"/>
    <dgm:cxn modelId="{7DFCB549-FE8C-4514-B049-5E0102792180}" type="presParOf" srcId="{7B724EBE-7759-4AE7-BFE0-C0ED9D7910DE}" destId="{6BA9D41F-557D-4072-9E9E-06DCBEA1C500}" srcOrd="3" destOrd="0" presId="urn:microsoft.com/office/officeart/2018/2/layout/IconVerticalSolidList"/>
    <dgm:cxn modelId="{BBD9165E-A233-4D2A-AEA3-74F1B7118D42}" type="presParOf" srcId="{DBDE26DE-660A-425E-82A6-9F38893C4E83}" destId="{0BAC8A30-5728-4AB9-9770-19A11EF0D3A2}" srcOrd="1" destOrd="0" presId="urn:microsoft.com/office/officeart/2018/2/layout/IconVerticalSolidList"/>
    <dgm:cxn modelId="{64209C8C-E4FB-4743-9159-C50A7B511825}" type="presParOf" srcId="{DBDE26DE-660A-425E-82A6-9F38893C4E83}" destId="{BF9588F7-C8BF-4B20-87B8-E2085E5E4291}" srcOrd="2" destOrd="0" presId="urn:microsoft.com/office/officeart/2018/2/layout/IconVerticalSolidList"/>
    <dgm:cxn modelId="{88702FC3-42DE-4E6A-9D55-AF77226E92A8}" type="presParOf" srcId="{BF9588F7-C8BF-4B20-87B8-E2085E5E4291}" destId="{FCA272FA-83E8-4864-8872-B2C9E30ACD6F}" srcOrd="0" destOrd="0" presId="urn:microsoft.com/office/officeart/2018/2/layout/IconVerticalSolidList"/>
    <dgm:cxn modelId="{A27470B4-1450-4E81-9047-EFE3D228C9B2}" type="presParOf" srcId="{BF9588F7-C8BF-4B20-87B8-E2085E5E4291}" destId="{F3719D1C-5D5C-4C79-9EA4-26B328C85D6C}" srcOrd="1" destOrd="0" presId="urn:microsoft.com/office/officeart/2018/2/layout/IconVerticalSolidList"/>
    <dgm:cxn modelId="{C9757EC7-4284-4F64-A66C-2FE981353673}" type="presParOf" srcId="{BF9588F7-C8BF-4B20-87B8-E2085E5E4291}" destId="{F1032120-C703-4861-AE4B-BD9848686370}" srcOrd="2" destOrd="0" presId="urn:microsoft.com/office/officeart/2018/2/layout/IconVerticalSolidList"/>
    <dgm:cxn modelId="{2F9DF8F2-82BE-4AC9-9FD7-C31902948AA2}" type="presParOf" srcId="{BF9588F7-C8BF-4B20-87B8-E2085E5E4291}" destId="{7A05F09F-97A7-494C-A656-D499968EC34A}" srcOrd="3" destOrd="0" presId="urn:microsoft.com/office/officeart/2018/2/layout/IconVerticalSolidList"/>
    <dgm:cxn modelId="{8161EEF1-CD59-4E50-8A2E-8CC2A37E6F5E}" type="presParOf" srcId="{DBDE26DE-660A-425E-82A6-9F38893C4E83}" destId="{64CB0AB7-4768-44DA-BD5F-6C90415117B0}" srcOrd="3" destOrd="0" presId="urn:microsoft.com/office/officeart/2018/2/layout/IconVerticalSolidList"/>
    <dgm:cxn modelId="{0EB82D2D-1577-4E36-BF7D-447ACBC6EEBF}" type="presParOf" srcId="{DBDE26DE-660A-425E-82A6-9F38893C4E83}" destId="{6D797754-18F1-4D27-B474-409F2AF08071}" srcOrd="4" destOrd="0" presId="urn:microsoft.com/office/officeart/2018/2/layout/IconVerticalSolidList"/>
    <dgm:cxn modelId="{6628274E-8946-4FD6-830A-D776C211F580}" type="presParOf" srcId="{6D797754-18F1-4D27-B474-409F2AF08071}" destId="{030E5CEE-2D6C-40A9-B737-D06AC4A2C4F2}" srcOrd="0" destOrd="0" presId="urn:microsoft.com/office/officeart/2018/2/layout/IconVerticalSolidList"/>
    <dgm:cxn modelId="{4AEBF1D7-97E2-40D8-92D7-9AC48B7AAAEE}" type="presParOf" srcId="{6D797754-18F1-4D27-B474-409F2AF08071}" destId="{C44C46F9-835E-41F4-A83B-447070F76345}" srcOrd="1" destOrd="0" presId="urn:microsoft.com/office/officeart/2018/2/layout/IconVerticalSolidList"/>
    <dgm:cxn modelId="{710E92E4-E183-4799-8B86-569F94AEC9FF}" type="presParOf" srcId="{6D797754-18F1-4D27-B474-409F2AF08071}" destId="{DDEBD249-7472-4E45-8BA1-AFDDE1EC380A}" srcOrd="2" destOrd="0" presId="urn:microsoft.com/office/officeart/2018/2/layout/IconVerticalSolidList"/>
    <dgm:cxn modelId="{13E629E8-A826-4E03-B4A0-850053ABA9F7}" type="presParOf" srcId="{6D797754-18F1-4D27-B474-409F2AF08071}" destId="{CAF537FD-6C32-4153-A449-12D4A982310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79E1EA-6010-48F6-9976-EB6422A91437}" type="doc">
      <dgm:prSet loTypeId="urn:microsoft.com/office/officeart/2005/8/layout/hierarchy1" loCatId="hierarchy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0F8C312-744D-45AB-B395-71E970AA3469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What's Wrong Now:</a:t>
          </a:r>
          <a:br>
            <a:rPr lang="en-US" b="1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Systems waste time reprocessing same documents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Can't combine different types of data properly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Poor at detecting wrong answers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No way for humans to improve the system</a:t>
          </a:r>
          <a:br>
            <a:rPr lang="en-US">
              <a:latin typeface="Rockwell" panose="02060603020205020403" pitchFamily="18" charset="0"/>
            </a:rPr>
          </a:br>
          <a:endParaRPr lang="en-US">
            <a:latin typeface="Rockwell" panose="02060603020205020403" pitchFamily="18" charset="0"/>
          </a:endParaRPr>
        </a:p>
      </dgm:t>
    </dgm:pt>
    <dgm:pt modelId="{B2690916-D20C-404C-AB58-C6DF914BC037}" type="parTrans" cxnId="{9AE0ED02-E2AA-48DA-AF1C-CCFE92AB74A1}">
      <dgm:prSet/>
      <dgm:spPr/>
      <dgm:t>
        <a:bodyPr/>
        <a:lstStyle/>
        <a:p>
          <a:endParaRPr lang="en-US"/>
        </a:p>
      </dgm:t>
    </dgm:pt>
    <dgm:pt modelId="{F3C74497-0DB2-4839-AF8D-1CB77607584C}" type="sibTrans" cxnId="{9AE0ED02-E2AA-48DA-AF1C-CCFE92AB74A1}">
      <dgm:prSet/>
      <dgm:spPr/>
      <dgm:t>
        <a:bodyPr/>
        <a:lstStyle/>
        <a:p>
          <a:endParaRPr lang="en-US"/>
        </a:p>
      </dgm:t>
    </dgm:pt>
    <dgm:pt modelId="{F396DE7B-ED0C-4035-8E9C-D0AB5D3E025B}">
      <dgm:prSet/>
      <dgm:spPr/>
      <dgm:t>
        <a:bodyPr/>
        <a:lstStyle/>
        <a:p>
          <a:r>
            <a:rPr lang="en-US" b="1">
              <a:latin typeface="Rockwell" panose="02060603020205020403" pitchFamily="18" charset="0"/>
            </a:rPr>
            <a:t>Our Solution:</a:t>
          </a:r>
          <a:br>
            <a:rPr lang="en-US" b="1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Smart memory that remembers important information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Multiple AI agents working together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Better error detection and safety checks</a:t>
          </a:r>
          <a:br>
            <a:rPr lang="en-US">
              <a:latin typeface="Rockwell" panose="02060603020205020403" pitchFamily="18" charset="0"/>
            </a:rPr>
          </a:br>
          <a:r>
            <a:rPr lang="en-US">
              <a:latin typeface="Rockwell" panose="02060603020205020403" pitchFamily="18" charset="0"/>
            </a:rPr>
            <a:t>Human feedback makes system smarter over time</a:t>
          </a:r>
        </a:p>
      </dgm:t>
    </dgm:pt>
    <dgm:pt modelId="{2D34A357-BDBD-4EA3-984D-CED9D6C4F58C}" type="parTrans" cxnId="{E892C59E-0B50-44E9-BBDE-6BD9F25FCD79}">
      <dgm:prSet/>
      <dgm:spPr/>
      <dgm:t>
        <a:bodyPr/>
        <a:lstStyle/>
        <a:p>
          <a:endParaRPr lang="en-US"/>
        </a:p>
      </dgm:t>
    </dgm:pt>
    <dgm:pt modelId="{98B912A4-C75C-4B64-911A-C53B880E7A7C}" type="sibTrans" cxnId="{E892C59E-0B50-44E9-BBDE-6BD9F25FCD79}">
      <dgm:prSet/>
      <dgm:spPr/>
      <dgm:t>
        <a:bodyPr/>
        <a:lstStyle/>
        <a:p>
          <a:endParaRPr lang="en-US"/>
        </a:p>
      </dgm:t>
    </dgm:pt>
    <dgm:pt modelId="{E8AD95F8-6758-49AE-A0AD-EE019C45D259}" type="pres">
      <dgm:prSet presAssocID="{9179E1EA-6010-48F6-9976-EB6422A914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DCC4A38-CEA7-4336-B512-BC07F2EC02C4}" type="pres">
      <dgm:prSet presAssocID="{20F8C312-744D-45AB-B395-71E970AA3469}" presName="hierRoot1" presStyleCnt="0"/>
      <dgm:spPr/>
    </dgm:pt>
    <dgm:pt modelId="{8BDF665E-080B-4CFF-9866-607E44CD967F}" type="pres">
      <dgm:prSet presAssocID="{20F8C312-744D-45AB-B395-71E970AA3469}" presName="composite" presStyleCnt="0"/>
      <dgm:spPr/>
    </dgm:pt>
    <dgm:pt modelId="{FC4B6BDE-2376-41AA-8712-69DC677B605C}" type="pres">
      <dgm:prSet presAssocID="{20F8C312-744D-45AB-B395-71E970AA3469}" presName="background" presStyleLbl="node0" presStyleIdx="0" presStyleCnt="2"/>
      <dgm:spPr/>
    </dgm:pt>
    <dgm:pt modelId="{94A86079-F478-4378-B185-34128451310D}" type="pres">
      <dgm:prSet presAssocID="{20F8C312-744D-45AB-B395-71E970AA3469}" presName="text" presStyleLbl="fgAcc0" presStyleIdx="0" presStyleCnt="2">
        <dgm:presLayoutVars>
          <dgm:chPref val="3"/>
        </dgm:presLayoutVars>
      </dgm:prSet>
      <dgm:spPr/>
    </dgm:pt>
    <dgm:pt modelId="{3399EFE2-9B14-4E53-9FFE-F54DD107CD50}" type="pres">
      <dgm:prSet presAssocID="{20F8C312-744D-45AB-B395-71E970AA3469}" presName="hierChild2" presStyleCnt="0"/>
      <dgm:spPr/>
    </dgm:pt>
    <dgm:pt modelId="{A472460F-217A-40BC-A5A1-5DECF8BDA66B}" type="pres">
      <dgm:prSet presAssocID="{F396DE7B-ED0C-4035-8E9C-D0AB5D3E025B}" presName="hierRoot1" presStyleCnt="0"/>
      <dgm:spPr/>
    </dgm:pt>
    <dgm:pt modelId="{7BB7C1F6-1B6B-48FE-82CF-F604F64F5CF5}" type="pres">
      <dgm:prSet presAssocID="{F396DE7B-ED0C-4035-8E9C-D0AB5D3E025B}" presName="composite" presStyleCnt="0"/>
      <dgm:spPr/>
    </dgm:pt>
    <dgm:pt modelId="{E4047B73-A39F-4330-8B70-B6A633C23C02}" type="pres">
      <dgm:prSet presAssocID="{F396DE7B-ED0C-4035-8E9C-D0AB5D3E025B}" presName="background" presStyleLbl="node0" presStyleIdx="1" presStyleCnt="2"/>
      <dgm:spPr/>
    </dgm:pt>
    <dgm:pt modelId="{74A53594-00D8-4661-922A-3BCC842AEF36}" type="pres">
      <dgm:prSet presAssocID="{F396DE7B-ED0C-4035-8E9C-D0AB5D3E025B}" presName="text" presStyleLbl="fgAcc0" presStyleIdx="1" presStyleCnt="2">
        <dgm:presLayoutVars>
          <dgm:chPref val="3"/>
        </dgm:presLayoutVars>
      </dgm:prSet>
      <dgm:spPr/>
    </dgm:pt>
    <dgm:pt modelId="{9365C402-772F-413E-AB08-A7E8B646166D}" type="pres">
      <dgm:prSet presAssocID="{F396DE7B-ED0C-4035-8E9C-D0AB5D3E025B}" presName="hierChild2" presStyleCnt="0"/>
      <dgm:spPr/>
    </dgm:pt>
  </dgm:ptLst>
  <dgm:cxnLst>
    <dgm:cxn modelId="{9AE0ED02-E2AA-48DA-AF1C-CCFE92AB74A1}" srcId="{9179E1EA-6010-48F6-9976-EB6422A91437}" destId="{20F8C312-744D-45AB-B395-71E970AA3469}" srcOrd="0" destOrd="0" parTransId="{B2690916-D20C-404C-AB58-C6DF914BC037}" sibTransId="{F3C74497-0DB2-4839-AF8D-1CB77607584C}"/>
    <dgm:cxn modelId="{EBFCD231-D88F-4B6D-8590-5E5F282D86B5}" type="presOf" srcId="{9179E1EA-6010-48F6-9976-EB6422A91437}" destId="{E8AD95F8-6758-49AE-A0AD-EE019C45D259}" srcOrd="0" destOrd="0" presId="urn:microsoft.com/office/officeart/2005/8/layout/hierarchy1"/>
    <dgm:cxn modelId="{51B21B38-5FAC-4062-ABBF-41D47F6D6CEB}" type="presOf" srcId="{F396DE7B-ED0C-4035-8E9C-D0AB5D3E025B}" destId="{74A53594-00D8-4661-922A-3BCC842AEF36}" srcOrd="0" destOrd="0" presId="urn:microsoft.com/office/officeart/2005/8/layout/hierarchy1"/>
    <dgm:cxn modelId="{6DB8F04C-FBDD-41CC-957E-C1451EC5F980}" type="presOf" srcId="{20F8C312-744D-45AB-B395-71E970AA3469}" destId="{94A86079-F478-4378-B185-34128451310D}" srcOrd="0" destOrd="0" presId="urn:microsoft.com/office/officeart/2005/8/layout/hierarchy1"/>
    <dgm:cxn modelId="{E892C59E-0B50-44E9-BBDE-6BD9F25FCD79}" srcId="{9179E1EA-6010-48F6-9976-EB6422A91437}" destId="{F396DE7B-ED0C-4035-8E9C-D0AB5D3E025B}" srcOrd="1" destOrd="0" parTransId="{2D34A357-BDBD-4EA3-984D-CED9D6C4F58C}" sibTransId="{98B912A4-C75C-4B64-911A-C53B880E7A7C}"/>
    <dgm:cxn modelId="{12311304-D7FE-404A-B453-6266DC2E5846}" type="presParOf" srcId="{E8AD95F8-6758-49AE-A0AD-EE019C45D259}" destId="{BDCC4A38-CEA7-4336-B512-BC07F2EC02C4}" srcOrd="0" destOrd="0" presId="urn:microsoft.com/office/officeart/2005/8/layout/hierarchy1"/>
    <dgm:cxn modelId="{BB81C281-48BE-40ED-AA7F-A9C3D5F27BC9}" type="presParOf" srcId="{BDCC4A38-CEA7-4336-B512-BC07F2EC02C4}" destId="{8BDF665E-080B-4CFF-9866-607E44CD967F}" srcOrd="0" destOrd="0" presId="urn:microsoft.com/office/officeart/2005/8/layout/hierarchy1"/>
    <dgm:cxn modelId="{954EB8D4-5A90-4C52-A33D-68B1C22AD474}" type="presParOf" srcId="{8BDF665E-080B-4CFF-9866-607E44CD967F}" destId="{FC4B6BDE-2376-41AA-8712-69DC677B605C}" srcOrd="0" destOrd="0" presId="urn:microsoft.com/office/officeart/2005/8/layout/hierarchy1"/>
    <dgm:cxn modelId="{28A07DB5-17D0-4557-8564-02C5639328F7}" type="presParOf" srcId="{8BDF665E-080B-4CFF-9866-607E44CD967F}" destId="{94A86079-F478-4378-B185-34128451310D}" srcOrd="1" destOrd="0" presId="urn:microsoft.com/office/officeart/2005/8/layout/hierarchy1"/>
    <dgm:cxn modelId="{0D1E5BBB-8E13-4458-AF1B-DBBF01528C69}" type="presParOf" srcId="{BDCC4A38-CEA7-4336-B512-BC07F2EC02C4}" destId="{3399EFE2-9B14-4E53-9FFE-F54DD107CD50}" srcOrd="1" destOrd="0" presId="urn:microsoft.com/office/officeart/2005/8/layout/hierarchy1"/>
    <dgm:cxn modelId="{0E8D7CF2-991D-4F01-8F71-B933110F80B1}" type="presParOf" srcId="{E8AD95F8-6758-49AE-A0AD-EE019C45D259}" destId="{A472460F-217A-40BC-A5A1-5DECF8BDA66B}" srcOrd="1" destOrd="0" presId="urn:microsoft.com/office/officeart/2005/8/layout/hierarchy1"/>
    <dgm:cxn modelId="{EEDFD10E-993E-4DEE-8D8D-7D610A3A7DBE}" type="presParOf" srcId="{A472460F-217A-40BC-A5A1-5DECF8BDA66B}" destId="{7BB7C1F6-1B6B-48FE-82CF-F604F64F5CF5}" srcOrd="0" destOrd="0" presId="urn:microsoft.com/office/officeart/2005/8/layout/hierarchy1"/>
    <dgm:cxn modelId="{A6F5A851-46A2-4A27-84D8-E419115EA99B}" type="presParOf" srcId="{7BB7C1F6-1B6B-48FE-82CF-F604F64F5CF5}" destId="{E4047B73-A39F-4330-8B70-B6A633C23C02}" srcOrd="0" destOrd="0" presId="urn:microsoft.com/office/officeart/2005/8/layout/hierarchy1"/>
    <dgm:cxn modelId="{5ACDD84C-5790-4CC8-818B-B726A9127099}" type="presParOf" srcId="{7BB7C1F6-1B6B-48FE-82CF-F604F64F5CF5}" destId="{74A53594-00D8-4661-922A-3BCC842AEF36}" srcOrd="1" destOrd="0" presId="urn:microsoft.com/office/officeart/2005/8/layout/hierarchy1"/>
    <dgm:cxn modelId="{A6AED218-6E1C-4273-8741-E4E328FF4EBB}" type="presParOf" srcId="{A472460F-217A-40BC-A5A1-5DECF8BDA66B}" destId="{9365C402-772F-413E-AB08-A7E8B646166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D9540F-C664-4A95-9FFB-4307E469BBD6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614F60F-3948-45FC-ACF6-50F4B781090F}">
      <dgm:prSet/>
      <dgm:spPr/>
      <dgm:t>
        <a:bodyPr/>
        <a:lstStyle/>
        <a:p>
          <a:r>
            <a:rPr lang="en-AS" b="1"/>
            <a:t>The Sub-Problem:</a:t>
          </a:r>
          <a:endParaRPr lang="en-US"/>
        </a:p>
      </dgm:t>
    </dgm:pt>
    <dgm:pt modelId="{4D2C669C-A623-40EB-AC3B-74E0B9828CF2}" type="parTrans" cxnId="{ADA43951-329F-4E8E-815F-1B765009A1B5}">
      <dgm:prSet/>
      <dgm:spPr/>
      <dgm:t>
        <a:bodyPr/>
        <a:lstStyle/>
        <a:p>
          <a:endParaRPr lang="en-US"/>
        </a:p>
      </dgm:t>
    </dgm:pt>
    <dgm:pt modelId="{CC20EE7E-8DD8-4A41-96F6-C14C8D79C6F3}" type="sibTrans" cxnId="{ADA43951-329F-4E8E-815F-1B765009A1B5}">
      <dgm:prSet/>
      <dgm:spPr/>
      <dgm:t>
        <a:bodyPr/>
        <a:lstStyle/>
        <a:p>
          <a:endParaRPr lang="en-US"/>
        </a:p>
      </dgm:t>
    </dgm:pt>
    <dgm:pt modelId="{7435F7CB-1F1B-4AAA-916D-83DED4B54127}">
      <dgm:prSet/>
      <dgm:spPr/>
      <dgm:t>
        <a:bodyPr/>
        <a:lstStyle/>
        <a:p>
          <a:pPr rtl="0"/>
          <a:r>
            <a:rPr lang="en-AS" b="1"/>
            <a:t>The Solution</a:t>
          </a:r>
          <a:r>
            <a:rPr lang="en-US" b="1"/>
            <a:t>:</a:t>
          </a:r>
          <a:r>
            <a:rPr lang="en-US" b="1">
              <a:latin typeface="Calibri"/>
            </a:rPr>
            <a:t> </a:t>
          </a:r>
          <a:endParaRPr lang="en-US"/>
        </a:p>
      </dgm:t>
    </dgm:pt>
    <dgm:pt modelId="{5824F0F7-C5AC-480A-B8B6-E470D89154CA}" type="parTrans" cxnId="{F3582A0A-D6CA-48E3-9064-4614ECDFEF78}">
      <dgm:prSet/>
      <dgm:spPr/>
      <dgm:t>
        <a:bodyPr/>
        <a:lstStyle/>
        <a:p>
          <a:endParaRPr lang="en-US"/>
        </a:p>
      </dgm:t>
    </dgm:pt>
    <dgm:pt modelId="{EBEF0631-B724-40A3-964F-5C0AE1C646F6}" type="sibTrans" cxnId="{F3582A0A-D6CA-48E3-9064-4614ECDFEF78}">
      <dgm:prSet/>
      <dgm:spPr/>
      <dgm:t>
        <a:bodyPr/>
        <a:lstStyle/>
        <a:p>
          <a:endParaRPr lang="en-US"/>
        </a:p>
      </dgm:t>
    </dgm:pt>
    <dgm:pt modelId="{B037AEB4-DD66-8A4D-A9B1-AD4368D0FD10}">
      <dgm:prSet/>
      <dgm:spPr/>
      <dgm:t>
        <a:bodyPr/>
        <a:lstStyle/>
        <a:p>
          <a:pPr algn="l"/>
          <a:endParaRPr lang="en-US" sz="1800">
            <a:latin typeface="Calibri"/>
            <a:ea typeface="Calibri"/>
            <a:cs typeface="Calibri"/>
          </a:endParaRPr>
        </a:p>
      </dgm:t>
    </dgm:pt>
    <dgm:pt modelId="{D8928CA8-DEA5-D94D-9BBF-20A6E65D47E6}" type="parTrans" cxnId="{0FCAB4EA-3975-2744-B018-8ADE8021F532}">
      <dgm:prSet/>
      <dgm:spPr/>
      <dgm:t>
        <a:bodyPr/>
        <a:lstStyle/>
        <a:p>
          <a:endParaRPr lang="en-US"/>
        </a:p>
      </dgm:t>
    </dgm:pt>
    <dgm:pt modelId="{8C52B8D0-865B-D643-A396-093249DBF8AD}" type="sibTrans" cxnId="{0FCAB4EA-3975-2744-B018-8ADE8021F532}">
      <dgm:prSet/>
      <dgm:spPr/>
      <dgm:t>
        <a:bodyPr/>
        <a:lstStyle/>
        <a:p>
          <a:endParaRPr lang="en-US"/>
        </a:p>
      </dgm:t>
    </dgm:pt>
    <dgm:pt modelId="{5B3BB3A4-4FBD-4315-A221-025E57CA24BC}">
      <dgm:prSet phldr="0"/>
      <dgm:spPr/>
      <dgm:t>
        <a:bodyPr/>
        <a:lstStyle/>
        <a:p>
          <a:pPr algn="l" rtl="0"/>
          <a:r>
            <a:rPr lang="en-US" sz="1200">
              <a:latin typeface="Cambria"/>
              <a:ea typeface="Cambria"/>
              <a:cs typeface="Calibri"/>
            </a:rPr>
            <a:t>Existing document pipelines are </a:t>
          </a:r>
          <a:r>
            <a:rPr lang="en-US" sz="1200" b="1">
              <a:latin typeface="Cambria"/>
              <a:ea typeface="Cambria"/>
              <a:cs typeface="Calibri"/>
            </a:rPr>
            <a:t>static and one-size-fits-all</a:t>
          </a:r>
          <a:endParaRPr lang="en-US" sz="1200">
            <a:latin typeface="Cambria"/>
            <a:ea typeface="Cambria"/>
            <a:cs typeface="Calibri"/>
          </a:endParaRPr>
        </a:p>
      </dgm:t>
    </dgm:pt>
    <dgm:pt modelId="{2DB03B80-6F09-4C56-B5B4-612DB34E8C80}" type="parTrans" cxnId="{5B8E4C6A-4CAF-42F1-86F5-859880F023AC}">
      <dgm:prSet/>
      <dgm:spPr/>
    </dgm:pt>
    <dgm:pt modelId="{90B7BB1F-66CB-4FF1-A4CB-460A4594AA4A}" type="sibTrans" cxnId="{5B8E4C6A-4CAF-42F1-86F5-859880F023AC}">
      <dgm:prSet/>
      <dgm:spPr/>
    </dgm:pt>
    <dgm:pt modelId="{86AF0F85-87F1-4359-A445-EB988CFC39FF}">
      <dgm:prSet phldr="0"/>
      <dgm:spPr/>
      <dgm:t>
        <a:bodyPr/>
        <a:lstStyle/>
        <a:p>
          <a:pPr algn="l"/>
          <a:r>
            <a:rPr lang="en-US" sz="1200">
              <a:latin typeface="Cambria"/>
              <a:ea typeface="Cambria"/>
              <a:cs typeface="Calibri"/>
            </a:rPr>
            <a:t>Heavy OCR and LLMs are </a:t>
          </a:r>
          <a:r>
            <a:rPr lang="en-US" sz="1200" b="1">
              <a:latin typeface="Cambria"/>
              <a:ea typeface="Cambria"/>
              <a:cs typeface="Calibri"/>
            </a:rPr>
            <a:t>applied blindly</a:t>
          </a:r>
          <a:r>
            <a:rPr lang="en-US" sz="1200">
              <a:latin typeface="Cambria"/>
              <a:ea typeface="Cambria"/>
              <a:cs typeface="Calibri"/>
            </a:rPr>
            <a:t>, inflating costand latency</a:t>
          </a:r>
        </a:p>
      </dgm:t>
    </dgm:pt>
    <dgm:pt modelId="{41BB8BCA-2A82-417B-8333-6CD8ECE17CCF}" type="parTrans" cxnId="{75118E90-CF1C-49AD-A584-3BF994185B75}">
      <dgm:prSet/>
      <dgm:spPr/>
    </dgm:pt>
    <dgm:pt modelId="{C747F364-A387-4C76-8AD2-744E4ABBE7EC}" type="sibTrans" cxnId="{75118E90-CF1C-49AD-A584-3BF994185B75}">
      <dgm:prSet/>
      <dgm:spPr/>
    </dgm:pt>
    <dgm:pt modelId="{7BF00823-E286-44AE-B176-2E51E6E0AFB3}">
      <dgm:prSet phldr="0"/>
      <dgm:spPr/>
      <dgm:t>
        <a:bodyPr/>
        <a:lstStyle/>
        <a:p>
          <a:pPr algn="l"/>
          <a:r>
            <a:rPr lang="en-US" sz="1200">
              <a:latin typeface="Cambria"/>
              <a:ea typeface="Cambria"/>
              <a:cs typeface="Calibri"/>
            </a:rPr>
            <a:t>Failures trigger </a:t>
          </a:r>
          <a:r>
            <a:rPr lang="en-US" sz="1200" b="1">
              <a:latin typeface="Cambria"/>
              <a:ea typeface="Cambria"/>
              <a:cs typeface="Calibri"/>
            </a:rPr>
            <a:t>full document reprocessing</a:t>
          </a:r>
          <a:r>
            <a:rPr lang="en-US" sz="1200">
              <a:latin typeface="Cambria"/>
              <a:ea typeface="Cambria"/>
              <a:cs typeface="Calibri"/>
            </a:rPr>
            <a:t>, nottargeted recovery</a:t>
          </a:r>
        </a:p>
      </dgm:t>
    </dgm:pt>
    <dgm:pt modelId="{2C27E528-657D-4F96-9B68-9907E59B8B9E}" type="parTrans" cxnId="{53285576-48F8-4E3E-9034-C8ACE45E9980}">
      <dgm:prSet/>
      <dgm:spPr/>
    </dgm:pt>
    <dgm:pt modelId="{FA5E9495-EE92-43A5-89B6-A8FCD6E7624E}" type="sibTrans" cxnId="{53285576-48F8-4E3E-9034-C8ACE45E9980}">
      <dgm:prSet/>
      <dgm:spPr/>
    </dgm:pt>
    <dgm:pt modelId="{BEE2FEED-5009-420C-91B7-FE909B5C4D4A}">
      <dgm:prSet phldr="0"/>
      <dgm:spPr/>
      <dgm:t>
        <a:bodyPr/>
        <a:lstStyle/>
        <a:p>
          <a:pPr algn="l"/>
          <a:r>
            <a:rPr lang="en-US" sz="1200">
              <a:latin typeface="Cambria"/>
              <a:ea typeface="Cambria"/>
              <a:cs typeface="Calibri"/>
            </a:rPr>
            <a:t>No mechanism to </a:t>
          </a:r>
          <a:r>
            <a:rPr lang="en-US" sz="1200" b="1">
              <a:latin typeface="Cambria"/>
              <a:ea typeface="Cambria"/>
              <a:cs typeface="Calibri"/>
            </a:rPr>
            <a:t>balance accuracy, cost, and latencydynamically</a:t>
          </a:r>
          <a:endParaRPr lang="en-US" sz="1200">
            <a:latin typeface="Cambria"/>
            <a:ea typeface="Cambria"/>
            <a:cs typeface="Calibri"/>
          </a:endParaRPr>
        </a:p>
      </dgm:t>
    </dgm:pt>
    <dgm:pt modelId="{26C8DD79-17FD-4F4D-9F7A-8C25C403EB05}" type="parTrans" cxnId="{C5F411E8-A12B-4B6C-85C6-1F8B4CB42365}">
      <dgm:prSet/>
      <dgm:spPr/>
    </dgm:pt>
    <dgm:pt modelId="{785F05C2-04FB-43C8-9E29-B04CAFEAF317}" type="sibTrans" cxnId="{C5F411E8-A12B-4B6C-85C6-1F8B4CB42365}">
      <dgm:prSet/>
      <dgm:spPr/>
    </dgm:pt>
    <dgm:pt modelId="{35EC401C-53ED-4D92-915D-125549337639}">
      <dgm:prSet phldr="0"/>
      <dgm:spPr/>
      <dgm:t>
        <a:bodyPr/>
        <a:lstStyle/>
        <a:p>
          <a:pPr algn="l"/>
          <a:r>
            <a:rPr lang="en-US" sz="1200">
              <a:latin typeface="Cambria"/>
              <a:ea typeface="Cambria"/>
              <a:cs typeface="Calibri"/>
            </a:rPr>
            <a:t>Preprocessing decisions are </a:t>
          </a:r>
          <a:r>
            <a:rPr lang="en-US" sz="1200" b="1">
              <a:latin typeface="Cambria"/>
              <a:ea typeface="Cambria"/>
              <a:cs typeface="Calibri"/>
            </a:rPr>
            <a:t>hand-tuned</a:t>
          </a:r>
          <a:r>
            <a:rPr lang="en-US" sz="1200">
              <a:latin typeface="Cambria"/>
              <a:ea typeface="Cambria"/>
              <a:cs typeface="Calibri"/>
            </a:rPr>
            <a:t>, not learned</a:t>
          </a:r>
        </a:p>
      </dgm:t>
    </dgm:pt>
    <dgm:pt modelId="{D6619215-E182-482D-BE64-0B29DA020E56}" type="parTrans" cxnId="{6611F94E-B1D0-4425-9B84-A711C9375A24}">
      <dgm:prSet/>
      <dgm:spPr/>
    </dgm:pt>
    <dgm:pt modelId="{EE9F1B3E-006B-4869-8C87-7EFF197E812E}" type="sibTrans" cxnId="{6611F94E-B1D0-4425-9B84-A711C9375A24}">
      <dgm:prSet/>
      <dgm:spPr/>
    </dgm:pt>
    <dgm:pt modelId="{C4C466C0-09A2-4679-9318-AD7288B739B8}">
      <dgm:prSet phldr="0"/>
      <dgm:spPr/>
      <dgm:t>
        <a:bodyPr/>
        <a:lstStyle/>
        <a:p>
          <a:pPr algn="l" rtl="0"/>
          <a:r>
            <a:rPr lang="en-US" sz="1200" b="0">
              <a:latin typeface="Cambria"/>
              <a:ea typeface="Cambria"/>
            </a:rPr>
            <a:t>Routes documents based on </a:t>
          </a:r>
          <a:r>
            <a:rPr lang="en-US" sz="1200" b="1">
              <a:latin typeface="Cambria"/>
              <a:ea typeface="Cambria"/>
            </a:rPr>
            <a:t>quality &amp; structural complexity</a:t>
          </a:r>
          <a:endParaRPr lang="en-US" sz="1200" b="0">
            <a:latin typeface="Cambria"/>
            <a:ea typeface="Cambria"/>
          </a:endParaRPr>
        </a:p>
      </dgm:t>
    </dgm:pt>
    <dgm:pt modelId="{151F8158-CA31-441D-A221-8C7CD1DE2061}" type="parTrans" cxnId="{148AFAC2-3566-408C-AC66-CFBB7C4EF978}">
      <dgm:prSet/>
      <dgm:spPr/>
    </dgm:pt>
    <dgm:pt modelId="{2F94FF94-7CDB-4FA4-A105-CA447028FEA2}" type="sibTrans" cxnId="{148AFAC2-3566-408C-AC66-CFBB7C4EF978}">
      <dgm:prSet/>
      <dgm:spPr/>
    </dgm:pt>
    <dgm:pt modelId="{B97986C6-AEF7-4794-8E0C-0CD078DB502A}">
      <dgm:prSet phldr="0"/>
      <dgm:spPr/>
      <dgm:t>
        <a:bodyPr/>
        <a:lstStyle/>
        <a:p>
          <a:pPr algn="l"/>
          <a:r>
            <a:rPr lang="en-US" sz="1200" b="0">
              <a:latin typeface="Cambria"/>
              <a:ea typeface="Cambria"/>
            </a:rPr>
            <a:t>Selects </a:t>
          </a:r>
          <a:r>
            <a:rPr lang="en-US" sz="1200" b="1">
              <a:latin typeface="Cambria"/>
              <a:ea typeface="Cambria"/>
            </a:rPr>
            <a:t>agent-specialized preprocessing pipelines</a:t>
          </a:r>
          <a:endParaRPr lang="en-US" sz="1200" b="0">
            <a:latin typeface="Cambria"/>
            <a:ea typeface="Cambria"/>
          </a:endParaRPr>
        </a:p>
      </dgm:t>
    </dgm:pt>
    <dgm:pt modelId="{6EA84362-A321-4C89-AD9D-AA80E5D2E920}" type="parTrans" cxnId="{C243CA62-65FD-4CAE-9A10-899FF625B620}">
      <dgm:prSet/>
      <dgm:spPr/>
    </dgm:pt>
    <dgm:pt modelId="{1ED2BB86-3B34-4C53-AFF3-FB7BFC9BE26C}" type="sibTrans" cxnId="{C243CA62-65FD-4CAE-9A10-899FF625B620}">
      <dgm:prSet/>
      <dgm:spPr/>
    </dgm:pt>
    <dgm:pt modelId="{320532E2-4209-4250-8E63-018DDB8B8E18}">
      <dgm:prSet phldr="0"/>
      <dgm:spPr/>
      <dgm:t>
        <a:bodyPr/>
        <a:lstStyle/>
        <a:p>
          <a:pPr algn="l"/>
          <a:r>
            <a:rPr lang="en-US" sz="1200" b="0">
              <a:latin typeface="Cambria"/>
              <a:ea typeface="Cambria"/>
            </a:rPr>
            <a:t>Applies </a:t>
          </a:r>
          <a:r>
            <a:rPr lang="en-US" sz="1200" b="1">
              <a:latin typeface="Cambria"/>
              <a:ea typeface="Cambria"/>
            </a:rPr>
            <a:t>local models first</a:t>
          </a:r>
          <a:r>
            <a:rPr lang="en-US" sz="1200" b="0">
              <a:latin typeface="Cambria"/>
              <a:ea typeface="Cambria"/>
            </a:rPr>
            <a:t>, escalating only failing fields</a:t>
          </a:r>
        </a:p>
      </dgm:t>
    </dgm:pt>
    <dgm:pt modelId="{2F7C6F3A-992F-42D3-AF11-DB8BAFDFF599}" type="parTrans" cxnId="{DBB30818-2FCA-4E10-BF04-E61CC357F375}">
      <dgm:prSet/>
      <dgm:spPr/>
    </dgm:pt>
    <dgm:pt modelId="{281F1E3C-8BED-4FB5-B7C9-FDEBAA449821}" type="sibTrans" cxnId="{DBB30818-2FCA-4E10-BF04-E61CC357F375}">
      <dgm:prSet/>
      <dgm:spPr/>
    </dgm:pt>
    <dgm:pt modelId="{AE6C8FF8-2EE6-44C5-BB37-B760B7433DA4}">
      <dgm:prSet phldr="0"/>
      <dgm:spPr/>
      <dgm:t>
        <a:bodyPr/>
        <a:lstStyle/>
        <a:p>
          <a:pPr algn="l"/>
          <a:r>
            <a:rPr lang="en-US" sz="1200" b="0">
              <a:latin typeface="Cambria"/>
              <a:ea typeface="Cambria"/>
            </a:rPr>
            <a:t>Optimizes decisions using </a:t>
          </a:r>
          <a:r>
            <a:rPr lang="en-US" sz="1200" b="1">
              <a:latin typeface="Cambria"/>
              <a:ea typeface="Cambria"/>
            </a:rPr>
            <a:t>online policy learning</a:t>
          </a:r>
          <a:endParaRPr lang="en-US" sz="1200" b="0">
            <a:latin typeface="Cambria"/>
            <a:ea typeface="Cambria"/>
          </a:endParaRPr>
        </a:p>
      </dgm:t>
    </dgm:pt>
    <dgm:pt modelId="{FF86CC6E-26ED-4DB8-A525-CC257755BA42}" type="parTrans" cxnId="{B956FBD0-967F-40DA-9D67-E74649532F7C}">
      <dgm:prSet/>
      <dgm:spPr/>
    </dgm:pt>
    <dgm:pt modelId="{3065194D-8065-4ABC-BFCD-21F8DC161EA0}" type="sibTrans" cxnId="{B956FBD0-967F-40DA-9D67-E74649532F7C}">
      <dgm:prSet/>
      <dgm:spPr/>
    </dgm:pt>
    <dgm:pt modelId="{CC8A39C0-7CF1-4570-A786-3B2B37682C28}">
      <dgm:prSet phldr="0"/>
      <dgm:spPr/>
      <dgm:t>
        <a:bodyPr/>
        <a:lstStyle/>
        <a:p>
          <a:pPr algn="l" rtl="0"/>
          <a:r>
            <a:rPr lang="en-US" sz="1200" b="0">
              <a:latin typeface="Cambria"/>
              <a:ea typeface="Cambria"/>
            </a:rPr>
            <a:t>Consumes and sends </a:t>
          </a:r>
          <a:r>
            <a:rPr lang="en-US" sz="1200" b="1">
              <a:latin typeface="Cambria"/>
              <a:ea typeface="Cambria"/>
            </a:rPr>
            <a:t>policy guidance from and to AHMN </a:t>
          </a:r>
          <a:endParaRPr lang="en-US" sz="1200" b="0">
            <a:latin typeface="Cambria"/>
            <a:ea typeface="Cambria"/>
          </a:endParaRPr>
        </a:p>
      </dgm:t>
    </dgm:pt>
    <dgm:pt modelId="{8A26394B-10AA-41D5-83B0-1669DAB4B787}" type="parTrans" cxnId="{A466B7D4-39A1-45E4-8DF3-4F959DBA6E47}">
      <dgm:prSet/>
      <dgm:spPr/>
    </dgm:pt>
    <dgm:pt modelId="{5E633EFF-B0EF-48A4-9516-AB3C63953F38}" type="sibTrans" cxnId="{A466B7D4-39A1-45E4-8DF3-4F959DBA6E47}">
      <dgm:prSet/>
      <dgm:spPr/>
    </dgm:pt>
    <dgm:pt modelId="{9E64C822-E96D-4C54-8576-4373DD3A205A}">
      <dgm:prSet phldr="0"/>
      <dgm:spPr/>
      <dgm:t>
        <a:bodyPr/>
        <a:lstStyle/>
        <a:p>
          <a:pPr algn="l" rtl="0"/>
          <a:r>
            <a:rPr lang="en-US" sz="1200" b="1">
              <a:solidFill>
                <a:schemeClr val="tx1"/>
              </a:solidFill>
              <a:latin typeface="Cambria"/>
              <a:ea typeface="Cambria"/>
              <a:cs typeface="Calibri"/>
            </a:rPr>
            <a:t>IDPO — an intelligent, policy-driven orchestration layer</a:t>
          </a:r>
          <a:r>
            <a:rPr lang="en-US" sz="1200" b="0">
              <a:solidFill>
                <a:schemeClr val="tx1"/>
              </a:solidFill>
              <a:latin typeface="Cambria"/>
              <a:ea typeface="Cambria"/>
              <a:cs typeface="Calibri"/>
            </a:rPr>
            <a:t> thatowns the </a:t>
          </a:r>
          <a:r>
            <a:rPr lang="en-US" sz="1200" b="1">
              <a:solidFill>
                <a:schemeClr val="tx1"/>
              </a:solidFill>
              <a:latin typeface="Cambria"/>
              <a:ea typeface="Cambria"/>
              <a:cs typeface="Calibri"/>
            </a:rPr>
            <a:t>entire preprocessing lifecycle</a:t>
          </a:r>
          <a:r>
            <a:rPr lang="en-US" sz="1200" b="0">
              <a:solidFill>
                <a:schemeClr val="tx1"/>
              </a:solidFill>
              <a:latin typeface="Cambria"/>
              <a:ea typeface="Cambria"/>
              <a:cs typeface="Calibri"/>
            </a:rPr>
            <a:t>, from document intake tocompliant structured output.</a:t>
          </a:r>
          <a:endParaRPr lang="en-US" sz="1200" b="0">
            <a:latin typeface="Cambria"/>
            <a:ea typeface="Cambria"/>
            <a:cs typeface="Calibri"/>
          </a:endParaRPr>
        </a:p>
      </dgm:t>
    </dgm:pt>
    <dgm:pt modelId="{316EC7D2-0EA8-4FCF-851C-5E5770525605}" type="parTrans" cxnId="{C7223EE7-52E9-40E4-AA5F-3E51BB3BF722}">
      <dgm:prSet/>
      <dgm:spPr/>
    </dgm:pt>
    <dgm:pt modelId="{B72A3A09-DFA3-4B78-960B-24A795336B8E}" type="sibTrans" cxnId="{C7223EE7-52E9-40E4-AA5F-3E51BB3BF722}">
      <dgm:prSet/>
      <dgm:spPr/>
    </dgm:pt>
    <dgm:pt modelId="{B0C6766E-242B-4B1B-A598-D986B2006826}" type="pres">
      <dgm:prSet presAssocID="{90D9540F-C664-4A95-9FFB-4307E469BBD6}" presName="Name0" presStyleCnt="0">
        <dgm:presLayoutVars>
          <dgm:dir/>
          <dgm:animLvl val="lvl"/>
          <dgm:resizeHandles val="exact"/>
        </dgm:presLayoutVars>
      </dgm:prSet>
      <dgm:spPr/>
    </dgm:pt>
    <dgm:pt modelId="{0D63D1D0-7BEE-4D47-873B-DDC01814A047}" type="pres">
      <dgm:prSet presAssocID="{0614F60F-3948-45FC-ACF6-50F4B781090F}" presName="linNode" presStyleCnt="0"/>
      <dgm:spPr/>
    </dgm:pt>
    <dgm:pt modelId="{C0328290-7D63-45C9-B27B-078B463D3923}" type="pres">
      <dgm:prSet presAssocID="{0614F60F-3948-45FC-ACF6-50F4B781090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6E83D5A5-54E3-48D8-BEBD-99145087D605}" type="pres">
      <dgm:prSet presAssocID="{0614F60F-3948-45FC-ACF6-50F4B781090F}" presName="descendantText" presStyleLbl="alignAccFollowNode1" presStyleIdx="0" presStyleCnt="2">
        <dgm:presLayoutVars>
          <dgm:bulletEnabled val="1"/>
        </dgm:presLayoutVars>
      </dgm:prSet>
      <dgm:spPr/>
    </dgm:pt>
    <dgm:pt modelId="{875015F5-4225-4BCB-A62D-7CB4C26BC053}" type="pres">
      <dgm:prSet presAssocID="{CC20EE7E-8DD8-4A41-96F6-C14C8D79C6F3}" presName="sp" presStyleCnt="0"/>
      <dgm:spPr/>
    </dgm:pt>
    <dgm:pt modelId="{EDEF8681-E8DB-4711-AE22-751C2DD37F49}" type="pres">
      <dgm:prSet presAssocID="{7435F7CB-1F1B-4AAA-916D-83DED4B54127}" presName="linNode" presStyleCnt="0"/>
      <dgm:spPr/>
    </dgm:pt>
    <dgm:pt modelId="{AC0898DF-3598-4671-8C52-2ACC89BFDAA8}" type="pres">
      <dgm:prSet presAssocID="{7435F7CB-1F1B-4AAA-916D-83DED4B5412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1B102DF-B150-4A14-A35F-7810A2F40778}" type="pres">
      <dgm:prSet presAssocID="{7435F7CB-1F1B-4AAA-916D-83DED4B5412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1A8C206-8B8D-42B8-9118-F921846A872B}" type="presOf" srcId="{0614F60F-3948-45FC-ACF6-50F4B781090F}" destId="{C0328290-7D63-45C9-B27B-078B463D3923}" srcOrd="0" destOrd="0" presId="urn:microsoft.com/office/officeart/2005/8/layout/vList5"/>
    <dgm:cxn modelId="{F3582A0A-D6CA-48E3-9064-4614ECDFEF78}" srcId="{90D9540F-C664-4A95-9FFB-4307E469BBD6}" destId="{7435F7CB-1F1B-4AAA-916D-83DED4B54127}" srcOrd="1" destOrd="0" parTransId="{5824F0F7-C5AC-480A-B8B6-E470D89154CA}" sibTransId="{EBEF0631-B724-40A3-964F-5C0AE1C646F6}"/>
    <dgm:cxn modelId="{DBB30818-2FCA-4E10-BF04-E61CC357F375}" srcId="{7435F7CB-1F1B-4AAA-916D-83DED4B54127}" destId="{320532E2-4209-4250-8E63-018DDB8B8E18}" srcOrd="3" destOrd="0" parTransId="{2F7C6F3A-992F-42D3-AF11-DB8BAFDFF599}" sibTransId="{281F1E3C-8BED-4FB5-B7C9-FDEBAA449821}"/>
    <dgm:cxn modelId="{5C170B1D-95A3-4EAE-913B-D2C846D14D03}" type="presOf" srcId="{7435F7CB-1F1B-4AAA-916D-83DED4B54127}" destId="{AC0898DF-3598-4671-8C52-2ACC89BFDAA8}" srcOrd="0" destOrd="0" presId="urn:microsoft.com/office/officeart/2005/8/layout/vList5"/>
    <dgm:cxn modelId="{5D05E238-FE10-4877-8C7F-95EA30984FB7}" type="presOf" srcId="{320532E2-4209-4250-8E63-018DDB8B8E18}" destId="{A1B102DF-B150-4A14-A35F-7810A2F40778}" srcOrd="0" destOrd="3" presId="urn:microsoft.com/office/officeart/2005/8/layout/vList5"/>
    <dgm:cxn modelId="{C243CA62-65FD-4CAE-9A10-899FF625B620}" srcId="{7435F7CB-1F1B-4AAA-916D-83DED4B54127}" destId="{B97986C6-AEF7-4794-8E0C-0CD078DB502A}" srcOrd="2" destOrd="0" parTransId="{6EA84362-A321-4C89-AD9D-AA80E5D2E920}" sibTransId="{1ED2BB86-3B34-4C53-AFF3-FB7BFC9BE26C}"/>
    <dgm:cxn modelId="{BAE50B48-A7EC-4DA6-BCDF-F38EDD8490B8}" type="presOf" srcId="{BEE2FEED-5009-420C-91B7-FE909B5C4D4A}" destId="{6E83D5A5-54E3-48D8-BEBD-99145087D605}" srcOrd="0" destOrd="3" presId="urn:microsoft.com/office/officeart/2005/8/layout/vList5"/>
    <dgm:cxn modelId="{5B8E4C6A-4CAF-42F1-86F5-859880F023AC}" srcId="{0614F60F-3948-45FC-ACF6-50F4B781090F}" destId="{5B3BB3A4-4FBD-4315-A221-025E57CA24BC}" srcOrd="0" destOrd="0" parTransId="{2DB03B80-6F09-4C56-B5B4-612DB34E8C80}" sibTransId="{90B7BB1F-66CB-4FF1-A4CB-460A4594AA4A}"/>
    <dgm:cxn modelId="{6611F94E-B1D0-4425-9B84-A711C9375A24}" srcId="{0614F60F-3948-45FC-ACF6-50F4B781090F}" destId="{35EC401C-53ED-4D92-915D-125549337639}" srcOrd="4" destOrd="0" parTransId="{D6619215-E182-482D-BE64-0B29DA020E56}" sibTransId="{EE9F1B3E-006B-4869-8C87-7EFF197E812E}"/>
    <dgm:cxn modelId="{ADA43951-329F-4E8E-815F-1B765009A1B5}" srcId="{90D9540F-C664-4A95-9FFB-4307E469BBD6}" destId="{0614F60F-3948-45FC-ACF6-50F4B781090F}" srcOrd="0" destOrd="0" parTransId="{4D2C669C-A623-40EB-AC3B-74E0B9828CF2}" sibTransId="{CC20EE7E-8DD8-4A41-96F6-C14C8D79C6F3}"/>
    <dgm:cxn modelId="{13718972-4B6C-4C61-B8B2-1C9E7FAA1B06}" type="presOf" srcId="{7BF00823-E286-44AE-B176-2E51E6E0AFB3}" destId="{6E83D5A5-54E3-48D8-BEBD-99145087D605}" srcOrd="0" destOrd="2" presId="urn:microsoft.com/office/officeart/2005/8/layout/vList5"/>
    <dgm:cxn modelId="{07C00753-1257-462B-8178-3F084C6FD74B}" type="presOf" srcId="{9E64C822-E96D-4C54-8576-4373DD3A205A}" destId="{A1B102DF-B150-4A14-A35F-7810A2F40778}" srcOrd="0" destOrd="0" presId="urn:microsoft.com/office/officeart/2005/8/layout/vList5"/>
    <dgm:cxn modelId="{48FF8055-6793-4141-A994-4B932386B794}" type="presOf" srcId="{B037AEB4-DD66-8A4D-A9B1-AD4368D0FD10}" destId="{6E83D5A5-54E3-48D8-BEBD-99145087D605}" srcOrd="0" destOrd="5" presId="urn:microsoft.com/office/officeart/2005/8/layout/vList5"/>
    <dgm:cxn modelId="{53285576-48F8-4E3E-9034-C8ACE45E9980}" srcId="{0614F60F-3948-45FC-ACF6-50F4B781090F}" destId="{7BF00823-E286-44AE-B176-2E51E6E0AFB3}" srcOrd="2" destOrd="0" parTransId="{2C27E528-657D-4F96-9B68-9907E59B8B9E}" sibTransId="{FA5E9495-EE92-43A5-89B6-A8FCD6E7624E}"/>
    <dgm:cxn modelId="{4B80AF77-329A-4CD0-9968-7ADBB45B2C1F}" type="presOf" srcId="{5B3BB3A4-4FBD-4315-A221-025E57CA24BC}" destId="{6E83D5A5-54E3-48D8-BEBD-99145087D605}" srcOrd="0" destOrd="0" presId="urn:microsoft.com/office/officeart/2005/8/layout/vList5"/>
    <dgm:cxn modelId="{C0EBF58A-6349-402E-AE30-2B622AF63085}" type="presOf" srcId="{AE6C8FF8-2EE6-44C5-BB37-B760B7433DA4}" destId="{A1B102DF-B150-4A14-A35F-7810A2F40778}" srcOrd="0" destOrd="4" presId="urn:microsoft.com/office/officeart/2005/8/layout/vList5"/>
    <dgm:cxn modelId="{FAF45B8C-77E9-4F71-B5AD-2DA0D15A4008}" type="presOf" srcId="{90D9540F-C664-4A95-9FFB-4307E469BBD6}" destId="{B0C6766E-242B-4B1B-A598-D986B2006826}" srcOrd="0" destOrd="0" presId="urn:microsoft.com/office/officeart/2005/8/layout/vList5"/>
    <dgm:cxn modelId="{75118E90-CF1C-49AD-A584-3BF994185B75}" srcId="{0614F60F-3948-45FC-ACF6-50F4B781090F}" destId="{86AF0F85-87F1-4359-A445-EB988CFC39FF}" srcOrd="1" destOrd="0" parTransId="{41BB8BCA-2A82-417B-8333-6CD8ECE17CCF}" sibTransId="{C747F364-A387-4C76-8AD2-744E4ABBE7EC}"/>
    <dgm:cxn modelId="{B85711A1-41A4-406A-BB52-AD917549D283}" type="presOf" srcId="{CC8A39C0-7CF1-4570-A786-3B2B37682C28}" destId="{A1B102DF-B150-4A14-A35F-7810A2F40778}" srcOrd="0" destOrd="5" presId="urn:microsoft.com/office/officeart/2005/8/layout/vList5"/>
    <dgm:cxn modelId="{3A87D9A5-E424-4341-B4EA-AF2C3C40A1D8}" type="presOf" srcId="{B97986C6-AEF7-4794-8E0C-0CD078DB502A}" destId="{A1B102DF-B150-4A14-A35F-7810A2F40778}" srcOrd="0" destOrd="2" presId="urn:microsoft.com/office/officeart/2005/8/layout/vList5"/>
    <dgm:cxn modelId="{FF19A5AF-FC25-4851-AE4A-2D5A1C824FFF}" type="presOf" srcId="{C4C466C0-09A2-4679-9318-AD7288B739B8}" destId="{A1B102DF-B150-4A14-A35F-7810A2F40778}" srcOrd="0" destOrd="1" presId="urn:microsoft.com/office/officeart/2005/8/layout/vList5"/>
    <dgm:cxn modelId="{148AFAC2-3566-408C-AC66-CFBB7C4EF978}" srcId="{7435F7CB-1F1B-4AAA-916D-83DED4B54127}" destId="{C4C466C0-09A2-4679-9318-AD7288B739B8}" srcOrd="1" destOrd="0" parTransId="{151F8158-CA31-441D-A221-8C7CD1DE2061}" sibTransId="{2F94FF94-7CDB-4FA4-A105-CA447028FEA2}"/>
    <dgm:cxn modelId="{B956FBD0-967F-40DA-9D67-E74649532F7C}" srcId="{7435F7CB-1F1B-4AAA-916D-83DED4B54127}" destId="{AE6C8FF8-2EE6-44C5-BB37-B760B7433DA4}" srcOrd="4" destOrd="0" parTransId="{FF86CC6E-26ED-4DB8-A525-CC257755BA42}" sibTransId="{3065194D-8065-4ABC-BFCD-21F8DC161EA0}"/>
    <dgm:cxn modelId="{A466B7D4-39A1-45E4-8DF3-4F959DBA6E47}" srcId="{7435F7CB-1F1B-4AAA-916D-83DED4B54127}" destId="{CC8A39C0-7CF1-4570-A786-3B2B37682C28}" srcOrd="5" destOrd="0" parTransId="{8A26394B-10AA-41D5-83B0-1669DAB4B787}" sibTransId="{5E633EFF-B0EF-48A4-9516-AB3C63953F38}"/>
    <dgm:cxn modelId="{953F7FDB-3D0E-43C8-BF48-C1BC5FAEB439}" type="presOf" srcId="{86AF0F85-87F1-4359-A445-EB988CFC39FF}" destId="{6E83D5A5-54E3-48D8-BEBD-99145087D605}" srcOrd="0" destOrd="1" presId="urn:microsoft.com/office/officeart/2005/8/layout/vList5"/>
    <dgm:cxn modelId="{C7223EE7-52E9-40E4-AA5F-3E51BB3BF722}" srcId="{7435F7CB-1F1B-4AAA-916D-83DED4B54127}" destId="{9E64C822-E96D-4C54-8576-4373DD3A205A}" srcOrd="0" destOrd="0" parTransId="{316EC7D2-0EA8-4FCF-851C-5E5770525605}" sibTransId="{B72A3A09-DFA3-4B78-960B-24A795336B8E}"/>
    <dgm:cxn modelId="{C5F411E8-A12B-4B6C-85C6-1F8B4CB42365}" srcId="{0614F60F-3948-45FC-ACF6-50F4B781090F}" destId="{BEE2FEED-5009-420C-91B7-FE909B5C4D4A}" srcOrd="3" destOrd="0" parTransId="{26C8DD79-17FD-4F4D-9F7A-8C25C403EB05}" sibTransId="{785F05C2-04FB-43C8-9E29-B04CAFEAF317}"/>
    <dgm:cxn modelId="{0FCAB4EA-3975-2744-B018-8ADE8021F532}" srcId="{0614F60F-3948-45FC-ACF6-50F4B781090F}" destId="{B037AEB4-DD66-8A4D-A9B1-AD4368D0FD10}" srcOrd="5" destOrd="0" parTransId="{D8928CA8-DEA5-D94D-9BBF-20A6E65D47E6}" sibTransId="{8C52B8D0-865B-D643-A396-093249DBF8AD}"/>
    <dgm:cxn modelId="{3CCE22FA-77C4-42D3-9F7C-A4777657EE4E}" type="presOf" srcId="{35EC401C-53ED-4D92-915D-125549337639}" destId="{6E83D5A5-54E3-48D8-BEBD-99145087D605}" srcOrd="0" destOrd="4" presId="urn:microsoft.com/office/officeart/2005/8/layout/vList5"/>
    <dgm:cxn modelId="{34774BDB-43F1-483C-88A1-0D737F4D5F54}" type="presParOf" srcId="{B0C6766E-242B-4B1B-A598-D986B2006826}" destId="{0D63D1D0-7BEE-4D47-873B-DDC01814A047}" srcOrd="0" destOrd="0" presId="urn:microsoft.com/office/officeart/2005/8/layout/vList5"/>
    <dgm:cxn modelId="{CA22A284-A0F2-479D-9A9B-9068AB2D48CB}" type="presParOf" srcId="{0D63D1D0-7BEE-4D47-873B-DDC01814A047}" destId="{C0328290-7D63-45C9-B27B-078B463D3923}" srcOrd="0" destOrd="0" presId="urn:microsoft.com/office/officeart/2005/8/layout/vList5"/>
    <dgm:cxn modelId="{FC3EC3C6-5515-4D95-AA61-599E9B63A041}" type="presParOf" srcId="{0D63D1D0-7BEE-4D47-873B-DDC01814A047}" destId="{6E83D5A5-54E3-48D8-BEBD-99145087D605}" srcOrd="1" destOrd="0" presId="urn:microsoft.com/office/officeart/2005/8/layout/vList5"/>
    <dgm:cxn modelId="{E06B4480-A384-4A15-B491-86C1D953851A}" type="presParOf" srcId="{B0C6766E-242B-4B1B-A598-D986B2006826}" destId="{875015F5-4225-4BCB-A62D-7CB4C26BC053}" srcOrd="1" destOrd="0" presId="urn:microsoft.com/office/officeart/2005/8/layout/vList5"/>
    <dgm:cxn modelId="{F86F6A1E-CDC6-41F6-BE9A-40C1E1C707EE}" type="presParOf" srcId="{B0C6766E-242B-4B1B-A598-D986B2006826}" destId="{EDEF8681-E8DB-4711-AE22-751C2DD37F49}" srcOrd="2" destOrd="0" presId="urn:microsoft.com/office/officeart/2005/8/layout/vList5"/>
    <dgm:cxn modelId="{99CE1E93-4134-43FE-88DA-51A9F8D4D287}" type="presParOf" srcId="{EDEF8681-E8DB-4711-AE22-751C2DD37F49}" destId="{AC0898DF-3598-4671-8C52-2ACC89BFDAA8}" srcOrd="0" destOrd="0" presId="urn:microsoft.com/office/officeart/2005/8/layout/vList5"/>
    <dgm:cxn modelId="{36657856-A002-43CA-AD5F-1B398CEBF87E}" type="presParOf" srcId="{EDEF8681-E8DB-4711-AE22-751C2DD37F49}" destId="{A1B102DF-B150-4A14-A35F-7810A2F4077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D9540F-C664-4A95-9FFB-4307E469BBD6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614F60F-3948-45FC-ACF6-50F4B781090F}">
      <dgm:prSet/>
      <dgm:spPr/>
      <dgm:t>
        <a:bodyPr/>
        <a:lstStyle/>
        <a:p>
          <a:r>
            <a:rPr lang="en-A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Sub-Problem: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D2C669C-A623-40EB-AC3B-74E0B9828CF2}" type="parTrans" cxnId="{ADA43951-329F-4E8E-815F-1B765009A1B5}">
      <dgm:prSet/>
      <dgm:spPr/>
      <dgm:t>
        <a:bodyPr/>
        <a:lstStyle/>
        <a:p>
          <a:endParaRPr lang="en-US"/>
        </a:p>
      </dgm:t>
    </dgm:pt>
    <dgm:pt modelId="{CC20EE7E-8DD8-4A41-96F6-C14C8D79C6F3}" type="sibTrans" cxnId="{ADA43951-329F-4E8E-815F-1B765009A1B5}">
      <dgm:prSet/>
      <dgm:spPr/>
      <dgm:t>
        <a:bodyPr/>
        <a:lstStyle/>
        <a:p>
          <a:endParaRPr lang="en-US"/>
        </a:p>
      </dgm:t>
    </dgm:pt>
    <dgm:pt modelId="{DA84FD98-0FCB-463C-B0AE-8EFEE3BF7567}">
      <dgm:prSet/>
      <dgm:spPr/>
      <dgm:t>
        <a:bodyPr/>
        <a:lstStyle/>
        <a:p>
          <a:r>
            <a:rPr lang="en-A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Existing OCR pipelines reset for every document</a:t>
          </a: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“</a:t>
          </a:r>
          <a:r>
            <a: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Amnesia”</a:t>
          </a:r>
          <a:r>
            <a: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(Cold start)</a:t>
          </a:r>
        </a:p>
      </dgm:t>
    </dgm:pt>
    <dgm:pt modelId="{8FD2CC26-CF06-46D1-AA62-60D294501977}" type="parTrans" cxnId="{EE9FE1CA-6DFC-4BCE-A87D-66A29FC01A42}">
      <dgm:prSet/>
      <dgm:spPr/>
      <dgm:t>
        <a:bodyPr/>
        <a:lstStyle/>
        <a:p>
          <a:endParaRPr lang="en-US"/>
        </a:p>
      </dgm:t>
    </dgm:pt>
    <dgm:pt modelId="{EF79B8B2-3B5A-43E4-BC95-D3DD512E3C3B}" type="sibTrans" cxnId="{EE9FE1CA-6DFC-4BCE-A87D-66A29FC01A42}">
      <dgm:prSet/>
      <dgm:spPr/>
      <dgm:t>
        <a:bodyPr/>
        <a:lstStyle/>
        <a:p>
          <a:endParaRPr lang="en-US"/>
        </a:p>
      </dgm:t>
    </dgm:pt>
    <dgm:pt modelId="{7435F7CB-1F1B-4AAA-916D-83DED4B54127}">
      <dgm:prSet/>
      <dgm:spPr/>
      <dgm:t>
        <a:bodyPr/>
        <a:lstStyle/>
        <a:p>
          <a:r>
            <a:rPr lang="en-A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Solution</a:t>
          </a:r>
          <a:r>
            <a:rPr lang="en-US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: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5824F0F7-C5AC-480A-B8B6-E470D89154CA}" type="parTrans" cxnId="{F3582A0A-D6CA-48E3-9064-4614ECDFEF78}">
      <dgm:prSet/>
      <dgm:spPr/>
      <dgm:t>
        <a:bodyPr/>
        <a:lstStyle/>
        <a:p>
          <a:endParaRPr lang="en-US"/>
        </a:p>
      </dgm:t>
    </dgm:pt>
    <dgm:pt modelId="{EBEF0631-B724-40A3-964F-5C0AE1C646F6}" type="sibTrans" cxnId="{F3582A0A-D6CA-48E3-9064-4614ECDFEF78}">
      <dgm:prSet/>
      <dgm:spPr/>
      <dgm:t>
        <a:bodyPr/>
        <a:lstStyle/>
        <a:p>
          <a:endParaRPr lang="en-US"/>
        </a:p>
      </dgm:t>
    </dgm:pt>
    <dgm:pt modelId="{6C48132D-7608-4FE7-92B1-D34A35E1AF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Uses Retrieval-Augmented control to transfer historical knowledge, enabling adaptation for new vendors.</a:t>
          </a:r>
        </a:p>
      </dgm:t>
    </dgm:pt>
    <dgm:pt modelId="{66BA2694-2404-4FE6-BCAA-DED69111054D}" type="parTrans" cxnId="{FABC3AE3-31E2-4028-AA8C-E775DE1D592C}">
      <dgm:prSet/>
      <dgm:spPr/>
      <dgm:t>
        <a:bodyPr/>
        <a:lstStyle/>
        <a:p>
          <a:endParaRPr lang="en-US"/>
        </a:p>
      </dgm:t>
    </dgm:pt>
    <dgm:pt modelId="{B0751AD6-F545-483F-96AD-8DF980692988}" type="sibTrans" cxnId="{FABC3AE3-31E2-4028-AA8C-E775DE1D592C}">
      <dgm:prSet/>
      <dgm:spPr/>
      <dgm:t>
        <a:bodyPr/>
        <a:lstStyle/>
        <a:p>
          <a:endParaRPr lang="en-US"/>
        </a:p>
      </dgm:t>
    </dgm:pt>
    <dgm:pt modelId="{9F2E8034-EBC1-4C09-AF8C-F77858B1AE01}">
      <dgm:prSet/>
      <dgm:spPr/>
      <dgm:t>
        <a:bodyPr/>
        <a:lstStyle/>
        <a:p>
          <a:r>
            <a:rPr lang="en-A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adapt to data drift (e.g., new vendor layouts).</a:t>
          </a:r>
          <a:endParaRPr lang="en-US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7E6D719-9DDA-4855-B019-061360031DD7}" type="parTrans" cxnId="{4EEC0CEB-5B94-4AF6-9726-051F94B0903A}">
      <dgm:prSet/>
      <dgm:spPr/>
      <dgm:t>
        <a:bodyPr/>
        <a:lstStyle/>
        <a:p>
          <a:endParaRPr lang="en-AS"/>
        </a:p>
      </dgm:t>
    </dgm:pt>
    <dgm:pt modelId="{0E17BF82-E7B3-49E2-9AF6-F35AF9C19E6C}" type="sibTrans" cxnId="{4EEC0CEB-5B94-4AF6-9726-051F94B0903A}">
      <dgm:prSet/>
      <dgm:spPr/>
      <dgm:t>
        <a:bodyPr/>
        <a:lstStyle/>
        <a:p>
          <a:endParaRPr lang="en-AS"/>
        </a:p>
      </dgm:t>
    </dgm:pt>
    <dgm:pt modelId="{A275B90E-68C0-40A9-85C4-C627496CB22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Uses Reinforcement Learning to detect patterns and create a self-healing system that adapts to layout changes automatically.</a:t>
          </a:r>
        </a:p>
      </dgm:t>
    </dgm:pt>
    <dgm:pt modelId="{CD124E05-4706-4807-BA32-2FE3B4F6B730}" type="parTrans" cxnId="{134CBEF7-E7E3-4035-9442-1143D0A3ECEE}">
      <dgm:prSet/>
      <dgm:spPr/>
      <dgm:t>
        <a:bodyPr/>
        <a:lstStyle/>
        <a:p>
          <a:endParaRPr lang="en-AS"/>
        </a:p>
      </dgm:t>
    </dgm:pt>
    <dgm:pt modelId="{1A70D258-FC33-4E03-AF2F-E0D759FC15EE}" type="sibTrans" cxnId="{134CBEF7-E7E3-4035-9442-1143D0A3ECEE}">
      <dgm:prSet/>
      <dgm:spPr/>
      <dgm:t>
        <a:bodyPr/>
        <a:lstStyle/>
        <a:p>
          <a:endParaRPr lang="en-AS"/>
        </a:p>
      </dgm:t>
    </dgm:pt>
    <dgm:pt modelId="{B0C6766E-242B-4B1B-A598-D986B2006826}" type="pres">
      <dgm:prSet presAssocID="{90D9540F-C664-4A95-9FFB-4307E469BBD6}" presName="Name0" presStyleCnt="0">
        <dgm:presLayoutVars>
          <dgm:dir/>
          <dgm:animLvl val="lvl"/>
          <dgm:resizeHandles val="exact"/>
        </dgm:presLayoutVars>
      </dgm:prSet>
      <dgm:spPr/>
    </dgm:pt>
    <dgm:pt modelId="{0D63D1D0-7BEE-4D47-873B-DDC01814A047}" type="pres">
      <dgm:prSet presAssocID="{0614F60F-3948-45FC-ACF6-50F4B781090F}" presName="linNode" presStyleCnt="0"/>
      <dgm:spPr/>
    </dgm:pt>
    <dgm:pt modelId="{C0328290-7D63-45C9-B27B-078B463D3923}" type="pres">
      <dgm:prSet presAssocID="{0614F60F-3948-45FC-ACF6-50F4B781090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9357D0F-6E8E-4373-8482-F585CF3BAF13}" type="pres">
      <dgm:prSet presAssocID="{0614F60F-3948-45FC-ACF6-50F4B781090F}" presName="descendantText" presStyleLbl="alignAccFollowNode1" presStyleIdx="0" presStyleCnt="2">
        <dgm:presLayoutVars>
          <dgm:bulletEnabled val="1"/>
        </dgm:presLayoutVars>
      </dgm:prSet>
      <dgm:spPr/>
    </dgm:pt>
    <dgm:pt modelId="{875015F5-4225-4BCB-A62D-7CB4C26BC053}" type="pres">
      <dgm:prSet presAssocID="{CC20EE7E-8DD8-4A41-96F6-C14C8D79C6F3}" presName="sp" presStyleCnt="0"/>
      <dgm:spPr/>
    </dgm:pt>
    <dgm:pt modelId="{EDEF8681-E8DB-4711-AE22-751C2DD37F49}" type="pres">
      <dgm:prSet presAssocID="{7435F7CB-1F1B-4AAA-916D-83DED4B54127}" presName="linNode" presStyleCnt="0"/>
      <dgm:spPr/>
    </dgm:pt>
    <dgm:pt modelId="{AC0898DF-3598-4671-8C52-2ACC89BFDAA8}" type="pres">
      <dgm:prSet presAssocID="{7435F7CB-1F1B-4AAA-916D-83DED4B5412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D25A90B-B46B-4BC8-ACCC-118EC2CB631E}" type="pres">
      <dgm:prSet presAssocID="{7435F7CB-1F1B-4AAA-916D-83DED4B5412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3582A0A-D6CA-48E3-9064-4614ECDFEF78}" srcId="{90D9540F-C664-4A95-9FFB-4307E469BBD6}" destId="{7435F7CB-1F1B-4AAA-916D-83DED4B54127}" srcOrd="1" destOrd="0" parTransId="{5824F0F7-C5AC-480A-B8B6-E470D89154CA}" sibTransId="{EBEF0631-B724-40A3-964F-5C0AE1C646F6}"/>
    <dgm:cxn modelId="{4F95C514-DEDA-4150-9988-09FFC6BC299F}" type="presOf" srcId="{6C48132D-7608-4FE7-92B1-D34A35E1AF55}" destId="{5D25A90B-B46B-4BC8-ACCC-118EC2CB631E}" srcOrd="0" destOrd="0" presId="urn:microsoft.com/office/officeart/2005/8/layout/vList5"/>
    <dgm:cxn modelId="{27291218-5AE6-4033-8B19-BFF584149A92}" type="presOf" srcId="{DA84FD98-0FCB-463C-B0AE-8EFEE3BF7567}" destId="{B9357D0F-6E8E-4373-8482-F585CF3BAF13}" srcOrd="0" destOrd="0" presId="urn:microsoft.com/office/officeart/2005/8/layout/vList5"/>
    <dgm:cxn modelId="{16CE332E-D0DA-4668-83C6-72391A52B991}" type="presOf" srcId="{9F2E8034-EBC1-4C09-AF8C-F77858B1AE01}" destId="{B9357D0F-6E8E-4373-8482-F585CF3BAF13}" srcOrd="0" destOrd="1" presId="urn:microsoft.com/office/officeart/2005/8/layout/vList5"/>
    <dgm:cxn modelId="{ADA43951-329F-4E8E-815F-1B765009A1B5}" srcId="{90D9540F-C664-4A95-9FFB-4307E469BBD6}" destId="{0614F60F-3948-45FC-ACF6-50F4B781090F}" srcOrd="0" destOrd="0" parTransId="{4D2C669C-A623-40EB-AC3B-74E0B9828CF2}" sibTransId="{CC20EE7E-8DD8-4A41-96F6-C14C8D79C6F3}"/>
    <dgm:cxn modelId="{D6A2FE83-5198-4605-BB5A-DE27CBBF5E19}" type="presOf" srcId="{7435F7CB-1F1B-4AAA-916D-83DED4B54127}" destId="{AC0898DF-3598-4671-8C52-2ACC89BFDAA8}" srcOrd="0" destOrd="0" presId="urn:microsoft.com/office/officeart/2005/8/layout/vList5"/>
    <dgm:cxn modelId="{FAF45B8C-77E9-4F71-B5AD-2DA0D15A4008}" type="presOf" srcId="{90D9540F-C664-4A95-9FFB-4307E469BBD6}" destId="{B0C6766E-242B-4B1B-A598-D986B2006826}" srcOrd="0" destOrd="0" presId="urn:microsoft.com/office/officeart/2005/8/layout/vList5"/>
    <dgm:cxn modelId="{40DE41AF-EA1F-426B-AFDE-1E90A500B273}" type="presOf" srcId="{0614F60F-3948-45FC-ACF6-50F4B781090F}" destId="{C0328290-7D63-45C9-B27B-078B463D3923}" srcOrd="0" destOrd="0" presId="urn:microsoft.com/office/officeart/2005/8/layout/vList5"/>
    <dgm:cxn modelId="{C1013FB6-2AA8-4767-927B-81286D7B46CF}" type="presOf" srcId="{A275B90E-68C0-40A9-85C4-C627496CB22A}" destId="{5D25A90B-B46B-4BC8-ACCC-118EC2CB631E}" srcOrd="0" destOrd="1" presId="urn:microsoft.com/office/officeart/2005/8/layout/vList5"/>
    <dgm:cxn modelId="{EE9FE1CA-6DFC-4BCE-A87D-66A29FC01A42}" srcId="{0614F60F-3948-45FC-ACF6-50F4B781090F}" destId="{DA84FD98-0FCB-463C-B0AE-8EFEE3BF7567}" srcOrd="0" destOrd="0" parTransId="{8FD2CC26-CF06-46D1-AA62-60D294501977}" sibTransId="{EF79B8B2-3B5A-43E4-BC95-D3DD512E3C3B}"/>
    <dgm:cxn modelId="{FABC3AE3-31E2-4028-AA8C-E775DE1D592C}" srcId="{7435F7CB-1F1B-4AAA-916D-83DED4B54127}" destId="{6C48132D-7608-4FE7-92B1-D34A35E1AF55}" srcOrd="0" destOrd="0" parTransId="{66BA2694-2404-4FE6-BCAA-DED69111054D}" sibTransId="{B0751AD6-F545-483F-96AD-8DF980692988}"/>
    <dgm:cxn modelId="{4EEC0CEB-5B94-4AF6-9726-051F94B0903A}" srcId="{0614F60F-3948-45FC-ACF6-50F4B781090F}" destId="{9F2E8034-EBC1-4C09-AF8C-F77858B1AE01}" srcOrd="1" destOrd="0" parTransId="{67E6D719-9DDA-4855-B019-061360031DD7}" sibTransId="{0E17BF82-E7B3-49E2-9AF6-F35AF9C19E6C}"/>
    <dgm:cxn modelId="{134CBEF7-E7E3-4035-9442-1143D0A3ECEE}" srcId="{7435F7CB-1F1B-4AAA-916D-83DED4B54127}" destId="{A275B90E-68C0-40A9-85C4-C627496CB22A}" srcOrd="1" destOrd="0" parTransId="{CD124E05-4706-4807-BA32-2FE3B4F6B730}" sibTransId="{1A70D258-FC33-4E03-AF2F-E0D759FC15EE}"/>
    <dgm:cxn modelId="{FBD9A750-3CB0-4FC4-9625-7EC5F7A14674}" type="presParOf" srcId="{B0C6766E-242B-4B1B-A598-D986B2006826}" destId="{0D63D1D0-7BEE-4D47-873B-DDC01814A047}" srcOrd="0" destOrd="0" presId="urn:microsoft.com/office/officeart/2005/8/layout/vList5"/>
    <dgm:cxn modelId="{105D3B88-416B-4FC9-8151-92E429256331}" type="presParOf" srcId="{0D63D1D0-7BEE-4D47-873B-DDC01814A047}" destId="{C0328290-7D63-45C9-B27B-078B463D3923}" srcOrd="0" destOrd="0" presId="urn:microsoft.com/office/officeart/2005/8/layout/vList5"/>
    <dgm:cxn modelId="{7115E5A2-CD25-4F70-BCD7-C2621E4DACFA}" type="presParOf" srcId="{0D63D1D0-7BEE-4D47-873B-DDC01814A047}" destId="{B9357D0F-6E8E-4373-8482-F585CF3BAF13}" srcOrd="1" destOrd="0" presId="urn:microsoft.com/office/officeart/2005/8/layout/vList5"/>
    <dgm:cxn modelId="{ADF4AC45-CD6F-4454-8304-D459DE873BA5}" type="presParOf" srcId="{B0C6766E-242B-4B1B-A598-D986B2006826}" destId="{875015F5-4225-4BCB-A62D-7CB4C26BC053}" srcOrd="1" destOrd="0" presId="urn:microsoft.com/office/officeart/2005/8/layout/vList5"/>
    <dgm:cxn modelId="{8AEE1162-D757-45D0-9AA8-A5E3774CFC67}" type="presParOf" srcId="{B0C6766E-242B-4B1B-A598-D986B2006826}" destId="{EDEF8681-E8DB-4711-AE22-751C2DD37F49}" srcOrd="2" destOrd="0" presId="urn:microsoft.com/office/officeart/2005/8/layout/vList5"/>
    <dgm:cxn modelId="{F5A5CE5E-71A9-46AD-99A0-1EA704DDE6E0}" type="presParOf" srcId="{EDEF8681-E8DB-4711-AE22-751C2DD37F49}" destId="{AC0898DF-3598-4671-8C52-2ACC89BFDAA8}" srcOrd="0" destOrd="0" presId="urn:microsoft.com/office/officeart/2005/8/layout/vList5"/>
    <dgm:cxn modelId="{9C7F5390-1F59-48D9-AE84-7DEA4A2B52F5}" type="presParOf" srcId="{EDEF8681-E8DB-4711-AE22-751C2DD37F49}" destId="{5D25A90B-B46B-4BC8-ACCC-118EC2CB63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B1CD5F3-6FF8-417D-8F6C-DAB821BC6837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9A30D66-8DC0-4E6A-9626-8F3D704149DE}">
      <dgm:prSet/>
      <dgm:spPr/>
      <dgm:t>
        <a:bodyPr/>
        <a:lstStyle/>
        <a:p>
          <a:r>
            <a:rPr lang="en-US" b="1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 Excellence: 3-Tier Cognitive Memory</a:t>
          </a:r>
          <a:endParaRPr lang="en-US">
            <a:solidFill>
              <a:schemeClr val="tx2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6C4916F-64F5-453B-A30D-63F09204B583}" type="parTrans" cxnId="{DFE553EE-0E79-43F6-B913-5F15AFA2E69E}">
      <dgm:prSet/>
      <dgm:spPr/>
      <dgm:t>
        <a:bodyPr/>
        <a:lstStyle/>
        <a:p>
          <a:endParaRPr lang="en-US"/>
        </a:p>
      </dgm:t>
    </dgm:pt>
    <dgm:pt modelId="{15B7DDE0-B0DB-4B1F-B916-ADE255F1FC73}" type="sibTrans" cxnId="{DFE553EE-0E79-43F6-B913-5F15AFA2E69E}">
      <dgm:prSet/>
      <dgm:spPr/>
      <dgm:t>
        <a:bodyPr/>
        <a:lstStyle/>
        <a:p>
          <a:endParaRPr lang="en-US"/>
        </a:p>
      </dgm:t>
    </dgm:pt>
    <dgm:pt modelId="{3E51E9C2-9C76-44D1-9BBB-76AE7745DF85}">
      <dgm:prSet custT="1"/>
      <dgm:spPr/>
      <dgm:t>
        <a:bodyPr/>
        <a:lstStyle/>
        <a:p>
          <a:r>
            <a:rPr lang="en-US" sz="1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Innovation:</a:t>
          </a:r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 bio-inspired hierarchy (STM/MTM/LTM).</a:t>
          </a:r>
        </a:p>
      </dgm:t>
    </dgm:pt>
    <dgm:pt modelId="{4954A201-831A-470E-8194-C9BBF053FAAD}" type="parTrans" cxnId="{3CD4D8B6-8652-495F-A7C9-DFD038DEE8C5}">
      <dgm:prSet/>
      <dgm:spPr/>
      <dgm:t>
        <a:bodyPr/>
        <a:lstStyle/>
        <a:p>
          <a:endParaRPr lang="en-US"/>
        </a:p>
      </dgm:t>
    </dgm:pt>
    <dgm:pt modelId="{F376DEF9-0895-435F-A362-EA644EC29F03}" type="sibTrans" cxnId="{3CD4D8B6-8652-495F-A7C9-DFD038DEE8C5}">
      <dgm:prSet/>
      <dgm:spPr/>
      <dgm:t>
        <a:bodyPr/>
        <a:lstStyle/>
        <a:p>
          <a:endParaRPr lang="en-US"/>
        </a:p>
      </dgm:t>
    </dgm:pt>
    <dgm:pt modelId="{948C4A43-B6CA-45DB-A1CF-5DC9BA7A31D3}">
      <dgm:prSet custT="1"/>
      <dgm:spPr/>
      <dgm:t>
        <a:bodyPr/>
        <a:lstStyle/>
        <a:p>
          <a:r>
            <a:rPr lang="en-US" sz="1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Benefit:</a:t>
          </a:r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Decouples fast reflexes from deep semantic wisdom, ensuring real-time intelligence.</a:t>
          </a:r>
        </a:p>
      </dgm:t>
    </dgm:pt>
    <dgm:pt modelId="{205AFD51-018C-47E7-B818-41D3786714D6}" type="parTrans" cxnId="{0402CD96-198E-4E53-AD6C-ACF7AD3C68F0}">
      <dgm:prSet/>
      <dgm:spPr/>
      <dgm:t>
        <a:bodyPr/>
        <a:lstStyle/>
        <a:p>
          <a:endParaRPr lang="en-US"/>
        </a:p>
      </dgm:t>
    </dgm:pt>
    <dgm:pt modelId="{F291C4FF-5A7E-4657-9104-7CB869D74F95}" type="sibTrans" cxnId="{0402CD96-198E-4E53-AD6C-ACF7AD3C68F0}">
      <dgm:prSet/>
      <dgm:spPr/>
      <dgm:t>
        <a:bodyPr/>
        <a:lstStyle/>
        <a:p>
          <a:endParaRPr lang="en-US"/>
        </a:p>
      </dgm:t>
    </dgm:pt>
    <dgm:pt modelId="{F6BE6D55-05C5-40F6-AB6F-CC412F4003E5}">
      <dgm:prSet custT="1"/>
      <dgm:spPr/>
      <dgm:t>
        <a:bodyPr/>
        <a:lstStyle/>
        <a:p>
          <a:r>
            <a:rPr lang="en-US" sz="1700" b="1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Research Contributions</a:t>
          </a:r>
          <a:endParaRPr lang="en-US" sz="1700">
            <a:solidFill>
              <a:schemeClr val="tx2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79370F7-A197-4571-9E03-AB73332E43C3}" type="parTrans" cxnId="{24C48664-9FA1-4122-B271-CF2F00432F92}">
      <dgm:prSet/>
      <dgm:spPr/>
      <dgm:t>
        <a:bodyPr/>
        <a:lstStyle/>
        <a:p>
          <a:endParaRPr lang="en-US"/>
        </a:p>
      </dgm:t>
    </dgm:pt>
    <dgm:pt modelId="{0F2DE977-72D7-4BEE-9820-8C32DC106354}" type="sibTrans" cxnId="{24C48664-9FA1-4122-B271-CF2F00432F92}">
      <dgm:prSet/>
      <dgm:spPr/>
      <dgm:t>
        <a:bodyPr/>
        <a:lstStyle/>
        <a:p>
          <a:endParaRPr lang="en-US"/>
        </a:p>
      </dgm:t>
    </dgm:pt>
    <dgm:pt modelId="{2673E9AF-0E22-48FF-9D67-FDAABA01EF2A}">
      <dgm:prSet custT="1"/>
      <dgm:spPr/>
      <dgm:t>
        <a:bodyPr/>
        <a:lstStyle/>
        <a:p>
          <a:r>
            <a:rPr lang="en-US" sz="1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RABI (Cold Start):</a:t>
          </a:r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Uses transfer learning to project knowledge from past documents, achieving zero-shot optimization.</a:t>
          </a:r>
        </a:p>
      </dgm:t>
    </dgm:pt>
    <dgm:pt modelId="{69AB8662-4E72-4C4B-BC08-CF3B5A5E7DAF}" type="parTrans" cxnId="{CE2D8DCA-81A3-4501-B874-E6F5DB7DF70E}">
      <dgm:prSet/>
      <dgm:spPr/>
      <dgm:t>
        <a:bodyPr/>
        <a:lstStyle/>
        <a:p>
          <a:endParaRPr lang="en-US"/>
        </a:p>
      </dgm:t>
    </dgm:pt>
    <dgm:pt modelId="{4AFF5B80-3C1A-4EE5-B34A-A7B7DC7D4F12}" type="sibTrans" cxnId="{CE2D8DCA-81A3-4501-B874-E6F5DB7DF70E}">
      <dgm:prSet/>
      <dgm:spPr/>
      <dgm:t>
        <a:bodyPr/>
        <a:lstStyle/>
        <a:p>
          <a:endParaRPr lang="en-US"/>
        </a:p>
      </dgm:t>
    </dgm:pt>
    <dgm:pt modelId="{0D89AC0B-115F-491F-B215-8DCF5798B0AC}">
      <dgm:prSet custT="1"/>
      <dgm:spPr/>
      <dgm:t>
        <a:bodyPr/>
        <a:lstStyle/>
        <a:p>
          <a:r>
            <a:rPr lang="en-US" sz="18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DAAF (Data Drift):</a:t>
          </a:r>
          <a:r>
            <a: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 self-healing mechanism that mathematically detects layout changes and auto-tunes memory to adapt.</a:t>
          </a:r>
        </a:p>
      </dgm:t>
    </dgm:pt>
    <dgm:pt modelId="{DA1D2B8A-FFC9-4B88-A5DC-912CA31ACC77}" type="parTrans" cxnId="{84906BF4-3309-40D2-A9D4-E82D0464F405}">
      <dgm:prSet/>
      <dgm:spPr/>
      <dgm:t>
        <a:bodyPr/>
        <a:lstStyle/>
        <a:p>
          <a:endParaRPr lang="en-US"/>
        </a:p>
      </dgm:t>
    </dgm:pt>
    <dgm:pt modelId="{CAA809B9-3E78-4D27-B6AA-CF32980735C2}" type="sibTrans" cxnId="{84906BF4-3309-40D2-A9D4-E82D0464F405}">
      <dgm:prSet/>
      <dgm:spPr/>
      <dgm:t>
        <a:bodyPr/>
        <a:lstStyle/>
        <a:p>
          <a:endParaRPr lang="en-US"/>
        </a:p>
      </dgm:t>
    </dgm:pt>
    <dgm:pt modelId="{E2EA5EDF-E266-405D-9856-3AC810C7F292}" type="pres">
      <dgm:prSet presAssocID="{5B1CD5F3-6FF8-417D-8F6C-DAB821BC6837}" presName="vert0" presStyleCnt="0">
        <dgm:presLayoutVars>
          <dgm:dir/>
          <dgm:animOne val="branch"/>
          <dgm:animLvl val="lvl"/>
        </dgm:presLayoutVars>
      </dgm:prSet>
      <dgm:spPr/>
    </dgm:pt>
    <dgm:pt modelId="{F825FD2D-47B7-411F-B2EC-80CCECBA1E3F}" type="pres">
      <dgm:prSet presAssocID="{E9A30D66-8DC0-4E6A-9626-8F3D704149DE}" presName="thickLine" presStyleLbl="alignNode1" presStyleIdx="0" presStyleCnt="2"/>
      <dgm:spPr/>
    </dgm:pt>
    <dgm:pt modelId="{2B953F15-589A-4A90-A875-EB50F179E99B}" type="pres">
      <dgm:prSet presAssocID="{E9A30D66-8DC0-4E6A-9626-8F3D704149DE}" presName="horz1" presStyleCnt="0"/>
      <dgm:spPr/>
    </dgm:pt>
    <dgm:pt modelId="{587165AE-1075-4DBD-850C-001D1DCBBDA6}" type="pres">
      <dgm:prSet presAssocID="{E9A30D66-8DC0-4E6A-9626-8F3D704149DE}" presName="tx1" presStyleLbl="revTx" presStyleIdx="0" presStyleCnt="6"/>
      <dgm:spPr/>
    </dgm:pt>
    <dgm:pt modelId="{E41FE6C6-2CB5-486A-8298-4A9B3383D3D7}" type="pres">
      <dgm:prSet presAssocID="{E9A30D66-8DC0-4E6A-9626-8F3D704149DE}" presName="vert1" presStyleCnt="0"/>
      <dgm:spPr/>
    </dgm:pt>
    <dgm:pt modelId="{FB8BCF7A-393C-43D8-A3E5-351D58985915}" type="pres">
      <dgm:prSet presAssocID="{3E51E9C2-9C76-44D1-9BBB-76AE7745DF85}" presName="vertSpace2a" presStyleCnt="0"/>
      <dgm:spPr/>
    </dgm:pt>
    <dgm:pt modelId="{268429B9-2067-435A-864C-4FB6E39AA90B}" type="pres">
      <dgm:prSet presAssocID="{3E51E9C2-9C76-44D1-9BBB-76AE7745DF85}" presName="horz2" presStyleCnt="0"/>
      <dgm:spPr/>
    </dgm:pt>
    <dgm:pt modelId="{78661920-55D8-40ED-AD6A-EDD9255BE13D}" type="pres">
      <dgm:prSet presAssocID="{3E51E9C2-9C76-44D1-9BBB-76AE7745DF85}" presName="horzSpace2" presStyleCnt="0"/>
      <dgm:spPr/>
    </dgm:pt>
    <dgm:pt modelId="{B34A3D91-2AB4-4CEC-9E64-9414D63FA34B}" type="pres">
      <dgm:prSet presAssocID="{3E51E9C2-9C76-44D1-9BBB-76AE7745DF85}" presName="tx2" presStyleLbl="revTx" presStyleIdx="1" presStyleCnt="6"/>
      <dgm:spPr/>
    </dgm:pt>
    <dgm:pt modelId="{4744F370-C5F1-4CA1-ABB6-6D4E20BEF192}" type="pres">
      <dgm:prSet presAssocID="{3E51E9C2-9C76-44D1-9BBB-76AE7745DF85}" presName="vert2" presStyleCnt="0"/>
      <dgm:spPr/>
    </dgm:pt>
    <dgm:pt modelId="{B43C3CE0-30EF-46D2-B188-193946413527}" type="pres">
      <dgm:prSet presAssocID="{3E51E9C2-9C76-44D1-9BBB-76AE7745DF85}" presName="thinLine2b" presStyleLbl="callout" presStyleIdx="0" presStyleCnt="4"/>
      <dgm:spPr/>
    </dgm:pt>
    <dgm:pt modelId="{F08B12C6-7000-4D3B-AA1F-7515E9D27C24}" type="pres">
      <dgm:prSet presAssocID="{3E51E9C2-9C76-44D1-9BBB-76AE7745DF85}" presName="vertSpace2b" presStyleCnt="0"/>
      <dgm:spPr/>
    </dgm:pt>
    <dgm:pt modelId="{B48103C5-4AEA-4A22-BA91-469969BE387D}" type="pres">
      <dgm:prSet presAssocID="{948C4A43-B6CA-45DB-A1CF-5DC9BA7A31D3}" presName="horz2" presStyleCnt="0"/>
      <dgm:spPr/>
    </dgm:pt>
    <dgm:pt modelId="{7C069BBB-FE3C-4E2E-8D09-BA797FFC6244}" type="pres">
      <dgm:prSet presAssocID="{948C4A43-B6CA-45DB-A1CF-5DC9BA7A31D3}" presName="horzSpace2" presStyleCnt="0"/>
      <dgm:spPr/>
    </dgm:pt>
    <dgm:pt modelId="{D766C87A-D70A-4F14-AE1D-EA79E56E4245}" type="pres">
      <dgm:prSet presAssocID="{948C4A43-B6CA-45DB-A1CF-5DC9BA7A31D3}" presName="tx2" presStyleLbl="revTx" presStyleIdx="2" presStyleCnt="6"/>
      <dgm:spPr/>
    </dgm:pt>
    <dgm:pt modelId="{4F57BD64-086E-434E-83A4-845D2C9123CA}" type="pres">
      <dgm:prSet presAssocID="{948C4A43-B6CA-45DB-A1CF-5DC9BA7A31D3}" presName="vert2" presStyleCnt="0"/>
      <dgm:spPr/>
    </dgm:pt>
    <dgm:pt modelId="{6923D72E-D58B-4E7F-96A9-09FCF317F16B}" type="pres">
      <dgm:prSet presAssocID="{948C4A43-B6CA-45DB-A1CF-5DC9BA7A31D3}" presName="thinLine2b" presStyleLbl="callout" presStyleIdx="1" presStyleCnt="4"/>
      <dgm:spPr/>
    </dgm:pt>
    <dgm:pt modelId="{084C3532-F1F6-45B8-9300-4AFD8113B5F4}" type="pres">
      <dgm:prSet presAssocID="{948C4A43-B6CA-45DB-A1CF-5DC9BA7A31D3}" presName="vertSpace2b" presStyleCnt="0"/>
      <dgm:spPr/>
    </dgm:pt>
    <dgm:pt modelId="{96682F89-B071-46E1-BB0F-590F4B2350D0}" type="pres">
      <dgm:prSet presAssocID="{F6BE6D55-05C5-40F6-AB6F-CC412F4003E5}" presName="thickLine" presStyleLbl="alignNode1" presStyleIdx="1" presStyleCnt="2"/>
      <dgm:spPr/>
    </dgm:pt>
    <dgm:pt modelId="{1BDD41DE-E08C-49EE-BD16-F59D91E81AA9}" type="pres">
      <dgm:prSet presAssocID="{F6BE6D55-05C5-40F6-AB6F-CC412F4003E5}" presName="horz1" presStyleCnt="0"/>
      <dgm:spPr/>
    </dgm:pt>
    <dgm:pt modelId="{E97F71B6-D420-4C17-AA0B-B21E16AAEFB2}" type="pres">
      <dgm:prSet presAssocID="{F6BE6D55-05C5-40F6-AB6F-CC412F4003E5}" presName="tx1" presStyleLbl="revTx" presStyleIdx="3" presStyleCnt="6"/>
      <dgm:spPr/>
    </dgm:pt>
    <dgm:pt modelId="{87FB229C-8FDD-4767-8EF9-891D29DF5C75}" type="pres">
      <dgm:prSet presAssocID="{F6BE6D55-05C5-40F6-AB6F-CC412F4003E5}" presName="vert1" presStyleCnt="0"/>
      <dgm:spPr/>
    </dgm:pt>
    <dgm:pt modelId="{E6FCA678-E0B4-418A-BEE1-982928F88099}" type="pres">
      <dgm:prSet presAssocID="{2673E9AF-0E22-48FF-9D67-FDAABA01EF2A}" presName="vertSpace2a" presStyleCnt="0"/>
      <dgm:spPr/>
    </dgm:pt>
    <dgm:pt modelId="{348803A8-DC53-4FBD-8053-2CC13C0C02A7}" type="pres">
      <dgm:prSet presAssocID="{2673E9AF-0E22-48FF-9D67-FDAABA01EF2A}" presName="horz2" presStyleCnt="0"/>
      <dgm:spPr/>
    </dgm:pt>
    <dgm:pt modelId="{4C98A86A-E980-4867-B033-A2D2F61ED6B3}" type="pres">
      <dgm:prSet presAssocID="{2673E9AF-0E22-48FF-9D67-FDAABA01EF2A}" presName="horzSpace2" presStyleCnt="0"/>
      <dgm:spPr/>
    </dgm:pt>
    <dgm:pt modelId="{5379D2F3-EF43-491E-959B-9F7FBCF70116}" type="pres">
      <dgm:prSet presAssocID="{2673E9AF-0E22-48FF-9D67-FDAABA01EF2A}" presName="tx2" presStyleLbl="revTx" presStyleIdx="4" presStyleCnt="6"/>
      <dgm:spPr/>
    </dgm:pt>
    <dgm:pt modelId="{CFC6625A-FD2C-4DEF-8084-D3E8745D2EF4}" type="pres">
      <dgm:prSet presAssocID="{2673E9AF-0E22-48FF-9D67-FDAABA01EF2A}" presName="vert2" presStyleCnt="0"/>
      <dgm:spPr/>
    </dgm:pt>
    <dgm:pt modelId="{FA0026D3-17FD-4BD3-910D-3215C3C3B06A}" type="pres">
      <dgm:prSet presAssocID="{2673E9AF-0E22-48FF-9D67-FDAABA01EF2A}" presName="thinLine2b" presStyleLbl="callout" presStyleIdx="2" presStyleCnt="4"/>
      <dgm:spPr/>
    </dgm:pt>
    <dgm:pt modelId="{01D51301-9918-471D-A96C-A2C2EC2DB13C}" type="pres">
      <dgm:prSet presAssocID="{2673E9AF-0E22-48FF-9D67-FDAABA01EF2A}" presName="vertSpace2b" presStyleCnt="0"/>
      <dgm:spPr/>
    </dgm:pt>
    <dgm:pt modelId="{924AB79A-7A26-4C9C-9FB4-C08666FB41F5}" type="pres">
      <dgm:prSet presAssocID="{0D89AC0B-115F-491F-B215-8DCF5798B0AC}" presName="horz2" presStyleCnt="0"/>
      <dgm:spPr/>
    </dgm:pt>
    <dgm:pt modelId="{011B35D4-6F38-456B-9AA3-C8930D522AA9}" type="pres">
      <dgm:prSet presAssocID="{0D89AC0B-115F-491F-B215-8DCF5798B0AC}" presName="horzSpace2" presStyleCnt="0"/>
      <dgm:spPr/>
    </dgm:pt>
    <dgm:pt modelId="{9B1635B3-7CAE-4A35-8C84-8E2B4B925E99}" type="pres">
      <dgm:prSet presAssocID="{0D89AC0B-115F-491F-B215-8DCF5798B0AC}" presName="tx2" presStyleLbl="revTx" presStyleIdx="5" presStyleCnt="6"/>
      <dgm:spPr/>
    </dgm:pt>
    <dgm:pt modelId="{A90322F7-0653-427D-A6A9-B61BAAFE4820}" type="pres">
      <dgm:prSet presAssocID="{0D89AC0B-115F-491F-B215-8DCF5798B0AC}" presName="vert2" presStyleCnt="0"/>
      <dgm:spPr/>
    </dgm:pt>
    <dgm:pt modelId="{65E65DFC-31C1-4AC3-AACE-59829D6B96A0}" type="pres">
      <dgm:prSet presAssocID="{0D89AC0B-115F-491F-B215-8DCF5798B0AC}" presName="thinLine2b" presStyleLbl="callout" presStyleIdx="3" presStyleCnt="4"/>
      <dgm:spPr/>
    </dgm:pt>
    <dgm:pt modelId="{2C95DB37-9DCA-483F-BA81-C069E02D4637}" type="pres">
      <dgm:prSet presAssocID="{0D89AC0B-115F-491F-B215-8DCF5798B0AC}" presName="vertSpace2b" presStyleCnt="0"/>
      <dgm:spPr/>
    </dgm:pt>
  </dgm:ptLst>
  <dgm:cxnLst>
    <dgm:cxn modelId="{C98D9500-6D93-41D3-9822-77795338EA0C}" type="presOf" srcId="{948C4A43-B6CA-45DB-A1CF-5DC9BA7A31D3}" destId="{D766C87A-D70A-4F14-AE1D-EA79E56E4245}" srcOrd="0" destOrd="0" presId="urn:microsoft.com/office/officeart/2008/layout/LinedList"/>
    <dgm:cxn modelId="{40A83235-4B6D-46B3-88AA-4ACBAF2D8162}" type="presOf" srcId="{0D89AC0B-115F-491F-B215-8DCF5798B0AC}" destId="{9B1635B3-7CAE-4A35-8C84-8E2B4B925E99}" srcOrd="0" destOrd="0" presId="urn:microsoft.com/office/officeart/2008/layout/LinedList"/>
    <dgm:cxn modelId="{24C48664-9FA1-4122-B271-CF2F00432F92}" srcId="{5B1CD5F3-6FF8-417D-8F6C-DAB821BC6837}" destId="{F6BE6D55-05C5-40F6-AB6F-CC412F4003E5}" srcOrd="1" destOrd="0" parTransId="{479370F7-A197-4571-9E03-AB73332E43C3}" sibTransId="{0F2DE977-72D7-4BEE-9820-8C32DC106354}"/>
    <dgm:cxn modelId="{57FE6078-25C4-4443-8D6F-342E3E148032}" type="presOf" srcId="{E9A30D66-8DC0-4E6A-9626-8F3D704149DE}" destId="{587165AE-1075-4DBD-850C-001D1DCBBDA6}" srcOrd="0" destOrd="0" presId="urn:microsoft.com/office/officeart/2008/layout/LinedList"/>
    <dgm:cxn modelId="{B8432C81-33F3-4B2F-91B2-12B565747A9B}" type="presOf" srcId="{3E51E9C2-9C76-44D1-9BBB-76AE7745DF85}" destId="{B34A3D91-2AB4-4CEC-9E64-9414D63FA34B}" srcOrd="0" destOrd="0" presId="urn:microsoft.com/office/officeart/2008/layout/LinedList"/>
    <dgm:cxn modelId="{0402CD96-198E-4E53-AD6C-ACF7AD3C68F0}" srcId="{E9A30D66-8DC0-4E6A-9626-8F3D704149DE}" destId="{948C4A43-B6CA-45DB-A1CF-5DC9BA7A31D3}" srcOrd="1" destOrd="0" parTransId="{205AFD51-018C-47E7-B818-41D3786714D6}" sibTransId="{F291C4FF-5A7E-4657-9104-7CB869D74F95}"/>
    <dgm:cxn modelId="{3CD4D8B6-8652-495F-A7C9-DFD038DEE8C5}" srcId="{E9A30D66-8DC0-4E6A-9626-8F3D704149DE}" destId="{3E51E9C2-9C76-44D1-9BBB-76AE7745DF85}" srcOrd="0" destOrd="0" parTransId="{4954A201-831A-470E-8194-C9BBF053FAAD}" sibTransId="{F376DEF9-0895-435F-A362-EA644EC29F03}"/>
    <dgm:cxn modelId="{CE2D8DCA-81A3-4501-B874-E6F5DB7DF70E}" srcId="{F6BE6D55-05C5-40F6-AB6F-CC412F4003E5}" destId="{2673E9AF-0E22-48FF-9D67-FDAABA01EF2A}" srcOrd="0" destOrd="0" parTransId="{69AB8662-4E72-4C4B-BC08-CF3B5A5E7DAF}" sibTransId="{4AFF5B80-3C1A-4EE5-B34A-A7B7DC7D4F12}"/>
    <dgm:cxn modelId="{6E1A3ADC-DA25-44A6-9565-6EA8F2481CC4}" type="presOf" srcId="{2673E9AF-0E22-48FF-9D67-FDAABA01EF2A}" destId="{5379D2F3-EF43-491E-959B-9F7FBCF70116}" srcOrd="0" destOrd="0" presId="urn:microsoft.com/office/officeart/2008/layout/LinedList"/>
    <dgm:cxn modelId="{DFE553EE-0E79-43F6-B913-5F15AFA2E69E}" srcId="{5B1CD5F3-6FF8-417D-8F6C-DAB821BC6837}" destId="{E9A30D66-8DC0-4E6A-9626-8F3D704149DE}" srcOrd="0" destOrd="0" parTransId="{76C4916F-64F5-453B-A30D-63F09204B583}" sibTransId="{15B7DDE0-B0DB-4B1F-B916-ADE255F1FC73}"/>
    <dgm:cxn modelId="{F26D8AEF-8C1D-4CA6-8315-AC3D21F31529}" type="presOf" srcId="{F6BE6D55-05C5-40F6-AB6F-CC412F4003E5}" destId="{E97F71B6-D420-4C17-AA0B-B21E16AAEFB2}" srcOrd="0" destOrd="0" presId="urn:microsoft.com/office/officeart/2008/layout/LinedList"/>
    <dgm:cxn modelId="{895F6EF2-7C11-4C02-BEFE-241881BD1C14}" type="presOf" srcId="{5B1CD5F3-6FF8-417D-8F6C-DAB821BC6837}" destId="{E2EA5EDF-E266-405D-9856-3AC810C7F292}" srcOrd="0" destOrd="0" presId="urn:microsoft.com/office/officeart/2008/layout/LinedList"/>
    <dgm:cxn modelId="{84906BF4-3309-40D2-A9D4-E82D0464F405}" srcId="{F6BE6D55-05C5-40F6-AB6F-CC412F4003E5}" destId="{0D89AC0B-115F-491F-B215-8DCF5798B0AC}" srcOrd="1" destOrd="0" parTransId="{DA1D2B8A-FFC9-4B88-A5DC-912CA31ACC77}" sibTransId="{CAA809B9-3E78-4D27-B6AA-CF32980735C2}"/>
    <dgm:cxn modelId="{7DBC11A8-9F74-4C1A-932E-B2D2F0574273}" type="presParOf" srcId="{E2EA5EDF-E266-405D-9856-3AC810C7F292}" destId="{F825FD2D-47B7-411F-B2EC-80CCECBA1E3F}" srcOrd="0" destOrd="0" presId="urn:microsoft.com/office/officeart/2008/layout/LinedList"/>
    <dgm:cxn modelId="{9E99E7A3-0D4C-4B07-BC95-59938ABF5F35}" type="presParOf" srcId="{E2EA5EDF-E266-405D-9856-3AC810C7F292}" destId="{2B953F15-589A-4A90-A875-EB50F179E99B}" srcOrd="1" destOrd="0" presId="urn:microsoft.com/office/officeart/2008/layout/LinedList"/>
    <dgm:cxn modelId="{8662F823-4C81-4204-A676-EEF859D0E7CA}" type="presParOf" srcId="{2B953F15-589A-4A90-A875-EB50F179E99B}" destId="{587165AE-1075-4DBD-850C-001D1DCBBDA6}" srcOrd="0" destOrd="0" presId="urn:microsoft.com/office/officeart/2008/layout/LinedList"/>
    <dgm:cxn modelId="{C7604240-1CEE-4F5B-B09B-07A51553B4FD}" type="presParOf" srcId="{2B953F15-589A-4A90-A875-EB50F179E99B}" destId="{E41FE6C6-2CB5-486A-8298-4A9B3383D3D7}" srcOrd="1" destOrd="0" presId="urn:microsoft.com/office/officeart/2008/layout/LinedList"/>
    <dgm:cxn modelId="{86A18F99-D0CA-4990-8C2F-83F8F9EBF6A6}" type="presParOf" srcId="{E41FE6C6-2CB5-486A-8298-4A9B3383D3D7}" destId="{FB8BCF7A-393C-43D8-A3E5-351D58985915}" srcOrd="0" destOrd="0" presId="urn:microsoft.com/office/officeart/2008/layout/LinedList"/>
    <dgm:cxn modelId="{3E85277A-16CC-43F1-963B-89FF91CD14E0}" type="presParOf" srcId="{E41FE6C6-2CB5-486A-8298-4A9B3383D3D7}" destId="{268429B9-2067-435A-864C-4FB6E39AA90B}" srcOrd="1" destOrd="0" presId="urn:microsoft.com/office/officeart/2008/layout/LinedList"/>
    <dgm:cxn modelId="{60EBC9BE-E43B-4481-A0E4-3C698E55EAB9}" type="presParOf" srcId="{268429B9-2067-435A-864C-4FB6E39AA90B}" destId="{78661920-55D8-40ED-AD6A-EDD9255BE13D}" srcOrd="0" destOrd="0" presId="urn:microsoft.com/office/officeart/2008/layout/LinedList"/>
    <dgm:cxn modelId="{1ECA5C6F-C13D-4467-A71B-9D173CFC7158}" type="presParOf" srcId="{268429B9-2067-435A-864C-4FB6E39AA90B}" destId="{B34A3D91-2AB4-4CEC-9E64-9414D63FA34B}" srcOrd="1" destOrd="0" presId="urn:microsoft.com/office/officeart/2008/layout/LinedList"/>
    <dgm:cxn modelId="{2A3CC350-1084-4FC0-93C0-2161CC08CCAE}" type="presParOf" srcId="{268429B9-2067-435A-864C-4FB6E39AA90B}" destId="{4744F370-C5F1-4CA1-ABB6-6D4E20BEF192}" srcOrd="2" destOrd="0" presId="urn:microsoft.com/office/officeart/2008/layout/LinedList"/>
    <dgm:cxn modelId="{6598B0DA-5B0B-4D91-A70E-394C6C0C1CBF}" type="presParOf" srcId="{E41FE6C6-2CB5-486A-8298-4A9B3383D3D7}" destId="{B43C3CE0-30EF-46D2-B188-193946413527}" srcOrd="2" destOrd="0" presId="urn:microsoft.com/office/officeart/2008/layout/LinedList"/>
    <dgm:cxn modelId="{8B579B05-9213-4E6A-9F37-7FEA1A0000D9}" type="presParOf" srcId="{E41FE6C6-2CB5-486A-8298-4A9B3383D3D7}" destId="{F08B12C6-7000-4D3B-AA1F-7515E9D27C24}" srcOrd="3" destOrd="0" presId="urn:microsoft.com/office/officeart/2008/layout/LinedList"/>
    <dgm:cxn modelId="{8D546E35-2BD6-4AD8-A0FA-8B999AD03CF3}" type="presParOf" srcId="{E41FE6C6-2CB5-486A-8298-4A9B3383D3D7}" destId="{B48103C5-4AEA-4A22-BA91-469969BE387D}" srcOrd="4" destOrd="0" presId="urn:microsoft.com/office/officeart/2008/layout/LinedList"/>
    <dgm:cxn modelId="{347A3B3A-89A0-4727-AFF3-5CB9AC2909DD}" type="presParOf" srcId="{B48103C5-4AEA-4A22-BA91-469969BE387D}" destId="{7C069BBB-FE3C-4E2E-8D09-BA797FFC6244}" srcOrd="0" destOrd="0" presId="urn:microsoft.com/office/officeart/2008/layout/LinedList"/>
    <dgm:cxn modelId="{7925DC0D-8E03-4357-B48D-40D377D7F206}" type="presParOf" srcId="{B48103C5-4AEA-4A22-BA91-469969BE387D}" destId="{D766C87A-D70A-4F14-AE1D-EA79E56E4245}" srcOrd="1" destOrd="0" presId="urn:microsoft.com/office/officeart/2008/layout/LinedList"/>
    <dgm:cxn modelId="{8074B193-8C65-44D7-93B2-5D0F229F25FB}" type="presParOf" srcId="{B48103C5-4AEA-4A22-BA91-469969BE387D}" destId="{4F57BD64-086E-434E-83A4-845D2C9123CA}" srcOrd="2" destOrd="0" presId="urn:microsoft.com/office/officeart/2008/layout/LinedList"/>
    <dgm:cxn modelId="{E60D89A1-4F79-451E-A643-4553C92B3020}" type="presParOf" srcId="{E41FE6C6-2CB5-486A-8298-4A9B3383D3D7}" destId="{6923D72E-D58B-4E7F-96A9-09FCF317F16B}" srcOrd="5" destOrd="0" presId="urn:microsoft.com/office/officeart/2008/layout/LinedList"/>
    <dgm:cxn modelId="{997520E0-26D6-4190-90B1-6CD95126C378}" type="presParOf" srcId="{E41FE6C6-2CB5-486A-8298-4A9B3383D3D7}" destId="{084C3532-F1F6-45B8-9300-4AFD8113B5F4}" srcOrd="6" destOrd="0" presId="urn:microsoft.com/office/officeart/2008/layout/LinedList"/>
    <dgm:cxn modelId="{678C3AB6-4193-490C-984E-A5CDDF796EF1}" type="presParOf" srcId="{E2EA5EDF-E266-405D-9856-3AC810C7F292}" destId="{96682F89-B071-46E1-BB0F-590F4B2350D0}" srcOrd="2" destOrd="0" presId="urn:microsoft.com/office/officeart/2008/layout/LinedList"/>
    <dgm:cxn modelId="{FFE30D3E-9E0C-4CD3-BC9F-A038C16A5210}" type="presParOf" srcId="{E2EA5EDF-E266-405D-9856-3AC810C7F292}" destId="{1BDD41DE-E08C-49EE-BD16-F59D91E81AA9}" srcOrd="3" destOrd="0" presId="urn:microsoft.com/office/officeart/2008/layout/LinedList"/>
    <dgm:cxn modelId="{F5BDBAFC-D54F-4EEE-82B9-2D26B4D423A6}" type="presParOf" srcId="{1BDD41DE-E08C-49EE-BD16-F59D91E81AA9}" destId="{E97F71B6-D420-4C17-AA0B-B21E16AAEFB2}" srcOrd="0" destOrd="0" presId="urn:microsoft.com/office/officeart/2008/layout/LinedList"/>
    <dgm:cxn modelId="{5714DCA7-1085-4F74-940B-C7BDD1675A56}" type="presParOf" srcId="{1BDD41DE-E08C-49EE-BD16-F59D91E81AA9}" destId="{87FB229C-8FDD-4767-8EF9-891D29DF5C75}" srcOrd="1" destOrd="0" presId="urn:microsoft.com/office/officeart/2008/layout/LinedList"/>
    <dgm:cxn modelId="{51146625-F49A-4479-85AC-D0B560B7F568}" type="presParOf" srcId="{87FB229C-8FDD-4767-8EF9-891D29DF5C75}" destId="{E6FCA678-E0B4-418A-BEE1-982928F88099}" srcOrd="0" destOrd="0" presId="urn:microsoft.com/office/officeart/2008/layout/LinedList"/>
    <dgm:cxn modelId="{A20C6B29-C39D-4155-BB25-27CF8026BFB5}" type="presParOf" srcId="{87FB229C-8FDD-4767-8EF9-891D29DF5C75}" destId="{348803A8-DC53-4FBD-8053-2CC13C0C02A7}" srcOrd="1" destOrd="0" presId="urn:microsoft.com/office/officeart/2008/layout/LinedList"/>
    <dgm:cxn modelId="{0A6B765E-E5C3-4D38-BA3A-9FF2DCCCF8A5}" type="presParOf" srcId="{348803A8-DC53-4FBD-8053-2CC13C0C02A7}" destId="{4C98A86A-E980-4867-B033-A2D2F61ED6B3}" srcOrd="0" destOrd="0" presId="urn:microsoft.com/office/officeart/2008/layout/LinedList"/>
    <dgm:cxn modelId="{2B4354BE-9FEA-4BC1-9E1C-34F54EFE9B61}" type="presParOf" srcId="{348803A8-DC53-4FBD-8053-2CC13C0C02A7}" destId="{5379D2F3-EF43-491E-959B-9F7FBCF70116}" srcOrd="1" destOrd="0" presId="urn:microsoft.com/office/officeart/2008/layout/LinedList"/>
    <dgm:cxn modelId="{8981F4BE-0D65-4D43-A590-DEC60EF3C0ED}" type="presParOf" srcId="{348803A8-DC53-4FBD-8053-2CC13C0C02A7}" destId="{CFC6625A-FD2C-4DEF-8084-D3E8745D2EF4}" srcOrd="2" destOrd="0" presId="urn:microsoft.com/office/officeart/2008/layout/LinedList"/>
    <dgm:cxn modelId="{10C131FC-AB5F-4070-9102-01D3A9C5D40A}" type="presParOf" srcId="{87FB229C-8FDD-4767-8EF9-891D29DF5C75}" destId="{FA0026D3-17FD-4BD3-910D-3215C3C3B06A}" srcOrd="2" destOrd="0" presId="urn:microsoft.com/office/officeart/2008/layout/LinedList"/>
    <dgm:cxn modelId="{CA204B16-4691-457B-BCDB-4E38C9EC0933}" type="presParOf" srcId="{87FB229C-8FDD-4767-8EF9-891D29DF5C75}" destId="{01D51301-9918-471D-A96C-A2C2EC2DB13C}" srcOrd="3" destOrd="0" presId="urn:microsoft.com/office/officeart/2008/layout/LinedList"/>
    <dgm:cxn modelId="{0313B4E1-635A-4814-82FB-02DED1125880}" type="presParOf" srcId="{87FB229C-8FDD-4767-8EF9-891D29DF5C75}" destId="{924AB79A-7A26-4C9C-9FB4-C08666FB41F5}" srcOrd="4" destOrd="0" presId="urn:microsoft.com/office/officeart/2008/layout/LinedList"/>
    <dgm:cxn modelId="{CDD87B69-D8DE-4444-8249-6DD7E600DBC1}" type="presParOf" srcId="{924AB79A-7A26-4C9C-9FB4-C08666FB41F5}" destId="{011B35D4-6F38-456B-9AA3-C8930D522AA9}" srcOrd="0" destOrd="0" presId="urn:microsoft.com/office/officeart/2008/layout/LinedList"/>
    <dgm:cxn modelId="{9F0A4244-5141-46AD-A79F-1417F85E186F}" type="presParOf" srcId="{924AB79A-7A26-4C9C-9FB4-C08666FB41F5}" destId="{9B1635B3-7CAE-4A35-8C84-8E2B4B925E99}" srcOrd="1" destOrd="0" presId="urn:microsoft.com/office/officeart/2008/layout/LinedList"/>
    <dgm:cxn modelId="{9EA58B6A-C9F9-4E3C-B7C4-16C69BA8F338}" type="presParOf" srcId="{924AB79A-7A26-4C9C-9FB4-C08666FB41F5}" destId="{A90322F7-0653-427D-A6A9-B61BAAFE4820}" srcOrd="2" destOrd="0" presId="urn:microsoft.com/office/officeart/2008/layout/LinedList"/>
    <dgm:cxn modelId="{2B593BB0-090D-4D0A-88D3-62369CEBA7E2}" type="presParOf" srcId="{87FB229C-8FDD-4767-8EF9-891D29DF5C75}" destId="{65E65DFC-31C1-4AC3-AACE-59829D6B96A0}" srcOrd="5" destOrd="0" presId="urn:microsoft.com/office/officeart/2008/layout/LinedList"/>
    <dgm:cxn modelId="{6FD23EE8-FAA9-47DD-9C97-E4BEB3A338A4}" type="presParOf" srcId="{87FB229C-8FDD-4767-8EF9-891D29DF5C75}" destId="{2C95DB37-9DCA-483F-BA81-C069E02D4637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D9540F-C664-4A95-9FFB-4307E469BBD6}" type="doc">
      <dgm:prSet loTypeId="urn:microsoft.com/office/officeart/2005/8/layout/vList5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614F60F-3948-45FC-ACF6-50F4B781090F}">
      <dgm:prSet/>
      <dgm:spPr/>
      <dgm:t>
        <a:bodyPr/>
        <a:lstStyle/>
        <a:p>
          <a:r>
            <a:rPr lang="en-AS" b="1"/>
            <a:t>The Sub-Problem:</a:t>
          </a:r>
          <a:endParaRPr lang="en-US"/>
        </a:p>
      </dgm:t>
    </dgm:pt>
    <dgm:pt modelId="{4D2C669C-A623-40EB-AC3B-74E0B9828CF2}" type="parTrans" cxnId="{ADA43951-329F-4E8E-815F-1B765009A1B5}">
      <dgm:prSet/>
      <dgm:spPr/>
      <dgm:t>
        <a:bodyPr/>
        <a:lstStyle/>
        <a:p>
          <a:endParaRPr lang="en-US"/>
        </a:p>
      </dgm:t>
    </dgm:pt>
    <dgm:pt modelId="{CC20EE7E-8DD8-4A41-96F6-C14C8D79C6F3}" type="sibTrans" cxnId="{ADA43951-329F-4E8E-815F-1B765009A1B5}">
      <dgm:prSet/>
      <dgm:spPr/>
      <dgm:t>
        <a:bodyPr/>
        <a:lstStyle/>
        <a:p>
          <a:endParaRPr lang="en-US"/>
        </a:p>
      </dgm:t>
    </dgm:pt>
    <dgm:pt modelId="{DA84FD98-0FCB-463C-B0AE-8EFEE3BF7567}">
      <dgm:prSet/>
      <dgm:spPr/>
      <dgm:t>
        <a:bodyPr/>
        <a:lstStyle/>
        <a:p>
          <a:r>
            <a:rPr lang="en-US" b="1"/>
            <a:t>Opacity</a:t>
          </a:r>
          <a:r>
            <a:rPr lang="en-AS" b="1"/>
            <a:t>:</a:t>
          </a:r>
          <a:r>
            <a:rPr lang="en-AS"/>
            <a:t> </a:t>
          </a:r>
          <a:r>
            <a:rPr lang="en-US"/>
            <a:t>Current Q &amp; A Systems Generate Answers without  reasoning</a:t>
          </a:r>
        </a:p>
      </dgm:t>
    </dgm:pt>
    <dgm:pt modelId="{8FD2CC26-CF06-46D1-AA62-60D294501977}" type="parTrans" cxnId="{EE9FE1CA-6DFC-4BCE-A87D-66A29FC01A42}">
      <dgm:prSet/>
      <dgm:spPr/>
      <dgm:t>
        <a:bodyPr/>
        <a:lstStyle/>
        <a:p>
          <a:endParaRPr lang="en-US"/>
        </a:p>
      </dgm:t>
    </dgm:pt>
    <dgm:pt modelId="{EF79B8B2-3B5A-43E4-BC95-D3DD512E3C3B}" type="sibTrans" cxnId="{EE9FE1CA-6DFC-4BCE-A87D-66A29FC01A42}">
      <dgm:prSet/>
      <dgm:spPr/>
      <dgm:t>
        <a:bodyPr/>
        <a:lstStyle/>
        <a:p>
          <a:endParaRPr lang="en-US"/>
        </a:p>
      </dgm:t>
    </dgm:pt>
    <dgm:pt modelId="{7435F7CB-1F1B-4AAA-916D-83DED4B54127}">
      <dgm:prSet/>
      <dgm:spPr/>
      <dgm:t>
        <a:bodyPr/>
        <a:lstStyle/>
        <a:p>
          <a:r>
            <a:rPr lang="en-AS" b="1"/>
            <a:t>The Solution</a:t>
          </a:r>
          <a:r>
            <a:rPr lang="en-US" b="1"/>
            <a:t>:</a:t>
          </a:r>
          <a:endParaRPr lang="en-US"/>
        </a:p>
      </dgm:t>
    </dgm:pt>
    <dgm:pt modelId="{5824F0F7-C5AC-480A-B8B6-E470D89154CA}" type="parTrans" cxnId="{F3582A0A-D6CA-48E3-9064-4614ECDFEF78}">
      <dgm:prSet/>
      <dgm:spPr/>
      <dgm:t>
        <a:bodyPr/>
        <a:lstStyle/>
        <a:p>
          <a:endParaRPr lang="en-US"/>
        </a:p>
      </dgm:t>
    </dgm:pt>
    <dgm:pt modelId="{EBEF0631-B724-40A3-964F-5C0AE1C646F6}" type="sibTrans" cxnId="{F3582A0A-D6CA-48E3-9064-4614ECDFEF78}">
      <dgm:prSet/>
      <dgm:spPr/>
      <dgm:t>
        <a:bodyPr/>
        <a:lstStyle/>
        <a:p>
          <a:endParaRPr lang="en-US"/>
        </a:p>
      </dgm:t>
    </dgm:pt>
    <dgm:pt modelId="{6C48132D-7608-4FE7-92B1-D34A35E1AF55}">
      <dgm:prSet/>
      <dgm:spPr/>
      <dgm:t>
        <a:bodyPr/>
        <a:lstStyle/>
        <a:p>
          <a:r>
            <a:rPr lang="en-AS" b="1"/>
            <a:t>E</a:t>
          </a:r>
          <a:r>
            <a:rPr lang="en-US" b="1"/>
            <a:t>xplainability Layer</a:t>
          </a:r>
          <a:r>
            <a:rPr lang="en-AS" b="1"/>
            <a:t>:</a:t>
          </a:r>
          <a:r>
            <a:rPr lang="en-AS"/>
            <a:t> </a:t>
          </a:r>
          <a:r>
            <a:rPr lang="en-US"/>
            <a:t>Integrate XAI techniques that exposes reasoning &amp; evidence</a:t>
          </a:r>
        </a:p>
      </dgm:t>
    </dgm:pt>
    <dgm:pt modelId="{66BA2694-2404-4FE6-BCAA-DED69111054D}" type="parTrans" cxnId="{FABC3AE3-31E2-4028-AA8C-E775DE1D592C}">
      <dgm:prSet/>
      <dgm:spPr/>
      <dgm:t>
        <a:bodyPr/>
        <a:lstStyle/>
        <a:p>
          <a:endParaRPr lang="en-US"/>
        </a:p>
      </dgm:t>
    </dgm:pt>
    <dgm:pt modelId="{B0751AD6-F545-483F-96AD-8DF980692988}" type="sibTrans" cxnId="{FABC3AE3-31E2-4028-AA8C-E775DE1D592C}">
      <dgm:prSet/>
      <dgm:spPr/>
      <dgm:t>
        <a:bodyPr/>
        <a:lstStyle/>
        <a:p>
          <a:endParaRPr lang="en-US"/>
        </a:p>
      </dgm:t>
    </dgm:pt>
    <dgm:pt modelId="{20296BBD-9B27-4814-87A3-CD922A479E62}">
      <dgm:prSet/>
      <dgm:spPr/>
      <dgm:t>
        <a:bodyPr/>
        <a:lstStyle/>
        <a:p>
          <a:r>
            <a:rPr lang="en-US" b="1"/>
            <a:t>HITL Engine</a:t>
          </a:r>
          <a:r>
            <a:rPr lang="en-AS" b="1"/>
            <a:t>:</a:t>
          </a:r>
          <a:r>
            <a:rPr lang="en-AS"/>
            <a:t> </a:t>
          </a:r>
          <a:r>
            <a:rPr lang="en-US"/>
            <a:t>Enables real time human feedback </a:t>
          </a:r>
        </a:p>
      </dgm:t>
    </dgm:pt>
    <dgm:pt modelId="{99B5DAE6-5B8F-4145-BECD-0F132812E814}" type="parTrans" cxnId="{7C7B0204-93A5-4A77-816D-0508D16B0CCC}">
      <dgm:prSet/>
      <dgm:spPr/>
      <dgm:t>
        <a:bodyPr/>
        <a:lstStyle/>
        <a:p>
          <a:endParaRPr lang="en-US"/>
        </a:p>
      </dgm:t>
    </dgm:pt>
    <dgm:pt modelId="{DE438919-565C-4C17-80BC-B241317E168D}" type="sibTrans" cxnId="{7C7B0204-93A5-4A77-816D-0508D16B0CCC}">
      <dgm:prSet/>
      <dgm:spPr/>
      <dgm:t>
        <a:bodyPr/>
        <a:lstStyle/>
        <a:p>
          <a:endParaRPr lang="en-US"/>
        </a:p>
      </dgm:t>
    </dgm:pt>
    <dgm:pt modelId="{B037AEB4-DD66-8A4D-A9B1-AD4368D0FD10}">
      <dgm:prSet/>
      <dgm:spPr/>
      <dgm:t>
        <a:bodyPr/>
        <a:lstStyle/>
        <a:p>
          <a:r>
            <a:rPr lang="en-US" b="1"/>
            <a:t>HITL</a:t>
          </a:r>
          <a:r>
            <a:rPr lang="en-AS" b="1"/>
            <a:t> </a:t>
          </a:r>
          <a:r>
            <a:rPr lang="en-US" b="1"/>
            <a:t>Gap</a:t>
          </a:r>
          <a:r>
            <a:rPr lang="en-AS" b="1"/>
            <a:t>:</a:t>
          </a:r>
          <a:r>
            <a:rPr lang="en-AS"/>
            <a:t> </a:t>
          </a:r>
          <a:r>
            <a:rPr lang="en-US"/>
            <a:t>Most platforms lack efficient feedback mechanism </a:t>
          </a:r>
        </a:p>
      </dgm:t>
    </dgm:pt>
    <dgm:pt modelId="{D8928CA8-DEA5-D94D-9BBF-20A6E65D47E6}" type="parTrans" cxnId="{0FCAB4EA-3975-2744-B018-8ADE8021F532}">
      <dgm:prSet/>
      <dgm:spPr/>
      <dgm:t>
        <a:bodyPr/>
        <a:lstStyle/>
        <a:p>
          <a:endParaRPr lang="en-US"/>
        </a:p>
      </dgm:t>
    </dgm:pt>
    <dgm:pt modelId="{8C52B8D0-865B-D643-A396-093249DBF8AD}" type="sibTrans" cxnId="{0FCAB4EA-3975-2744-B018-8ADE8021F532}">
      <dgm:prSet/>
      <dgm:spPr/>
      <dgm:t>
        <a:bodyPr/>
        <a:lstStyle/>
        <a:p>
          <a:endParaRPr lang="en-US"/>
        </a:p>
      </dgm:t>
    </dgm:pt>
    <dgm:pt modelId="{B0C6766E-242B-4B1B-A598-D986B2006826}" type="pres">
      <dgm:prSet presAssocID="{90D9540F-C664-4A95-9FFB-4307E469BBD6}" presName="Name0" presStyleCnt="0">
        <dgm:presLayoutVars>
          <dgm:dir/>
          <dgm:animLvl val="lvl"/>
          <dgm:resizeHandles val="exact"/>
        </dgm:presLayoutVars>
      </dgm:prSet>
      <dgm:spPr/>
    </dgm:pt>
    <dgm:pt modelId="{0D63D1D0-7BEE-4D47-873B-DDC01814A047}" type="pres">
      <dgm:prSet presAssocID="{0614F60F-3948-45FC-ACF6-50F4B781090F}" presName="linNode" presStyleCnt="0"/>
      <dgm:spPr/>
    </dgm:pt>
    <dgm:pt modelId="{C0328290-7D63-45C9-B27B-078B463D3923}" type="pres">
      <dgm:prSet presAssocID="{0614F60F-3948-45FC-ACF6-50F4B781090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B9357D0F-6E8E-4373-8482-F585CF3BAF13}" type="pres">
      <dgm:prSet presAssocID="{0614F60F-3948-45FC-ACF6-50F4B781090F}" presName="descendantText" presStyleLbl="alignAccFollowNode1" presStyleIdx="0" presStyleCnt="2">
        <dgm:presLayoutVars>
          <dgm:bulletEnabled val="1"/>
        </dgm:presLayoutVars>
      </dgm:prSet>
      <dgm:spPr/>
    </dgm:pt>
    <dgm:pt modelId="{875015F5-4225-4BCB-A62D-7CB4C26BC053}" type="pres">
      <dgm:prSet presAssocID="{CC20EE7E-8DD8-4A41-96F6-C14C8D79C6F3}" presName="sp" presStyleCnt="0"/>
      <dgm:spPr/>
    </dgm:pt>
    <dgm:pt modelId="{EDEF8681-E8DB-4711-AE22-751C2DD37F49}" type="pres">
      <dgm:prSet presAssocID="{7435F7CB-1F1B-4AAA-916D-83DED4B54127}" presName="linNode" presStyleCnt="0"/>
      <dgm:spPr/>
    </dgm:pt>
    <dgm:pt modelId="{AC0898DF-3598-4671-8C52-2ACC89BFDAA8}" type="pres">
      <dgm:prSet presAssocID="{7435F7CB-1F1B-4AAA-916D-83DED4B5412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5D25A90B-B46B-4BC8-ACCC-118EC2CB631E}" type="pres">
      <dgm:prSet presAssocID="{7435F7CB-1F1B-4AAA-916D-83DED4B5412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7C7B0204-93A5-4A77-816D-0508D16B0CCC}" srcId="{7435F7CB-1F1B-4AAA-916D-83DED4B54127}" destId="{20296BBD-9B27-4814-87A3-CD922A479E62}" srcOrd="1" destOrd="0" parTransId="{99B5DAE6-5B8F-4145-BECD-0F132812E814}" sibTransId="{DE438919-565C-4C17-80BC-B241317E168D}"/>
    <dgm:cxn modelId="{F3582A0A-D6CA-48E3-9064-4614ECDFEF78}" srcId="{90D9540F-C664-4A95-9FFB-4307E469BBD6}" destId="{7435F7CB-1F1B-4AAA-916D-83DED4B54127}" srcOrd="1" destOrd="0" parTransId="{5824F0F7-C5AC-480A-B8B6-E470D89154CA}" sibTransId="{EBEF0631-B724-40A3-964F-5C0AE1C646F6}"/>
    <dgm:cxn modelId="{A49CF50C-935E-4D34-A31E-5A669683EB3A}" type="presOf" srcId="{20296BBD-9B27-4814-87A3-CD922A479E62}" destId="{5D25A90B-B46B-4BC8-ACCC-118EC2CB631E}" srcOrd="0" destOrd="1" presId="urn:microsoft.com/office/officeart/2005/8/layout/vList5"/>
    <dgm:cxn modelId="{4F95C514-DEDA-4150-9988-09FFC6BC299F}" type="presOf" srcId="{6C48132D-7608-4FE7-92B1-D34A35E1AF55}" destId="{5D25A90B-B46B-4BC8-ACCC-118EC2CB631E}" srcOrd="0" destOrd="0" presId="urn:microsoft.com/office/officeart/2005/8/layout/vList5"/>
    <dgm:cxn modelId="{27291218-5AE6-4033-8B19-BFF584149A92}" type="presOf" srcId="{DA84FD98-0FCB-463C-B0AE-8EFEE3BF7567}" destId="{B9357D0F-6E8E-4373-8482-F585CF3BAF13}" srcOrd="0" destOrd="0" presId="urn:microsoft.com/office/officeart/2005/8/layout/vList5"/>
    <dgm:cxn modelId="{D4D73625-11A0-0A43-9FB9-AF10124DEFB8}" type="presOf" srcId="{B037AEB4-DD66-8A4D-A9B1-AD4368D0FD10}" destId="{B9357D0F-6E8E-4373-8482-F585CF3BAF13}" srcOrd="0" destOrd="1" presId="urn:microsoft.com/office/officeart/2005/8/layout/vList5"/>
    <dgm:cxn modelId="{ADA43951-329F-4E8E-815F-1B765009A1B5}" srcId="{90D9540F-C664-4A95-9FFB-4307E469BBD6}" destId="{0614F60F-3948-45FC-ACF6-50F4B781090F}" srcOrd="0" destOrd="0" parTransId="{4D2C669C-A623-40EB-AC3B-74E0B9828CF2}" sibTransId="{CC20EE7E-8DD8-4A41-96F6-C14C8D79C6F3}"/>
    <dgm:cxn modelId="{D6A2FE83-5198-4605-BB5A-DE27CBBF5E19}" type="presOf" srcId="{7435F7CB-1F1B-4AAA-916D-83DED4B54127}" destId="{AC0898DF-3598-4671-8C52-2ACC89BFDAA8}" srcOrd="0" destOrd="0" presId="urn:microsoft.com/office/officeart/2005/8/layout/vList5"/>
    <dgm:cxn modelId="{FAF45B8C-77E9-4F71-B5AD-2DA0D15A4008}" type="presOf" srcId="{90D9540F-C664-4A95-9FFB-4307E469BBD6}" destId="{B0C6766E-242B-4B1B-A598-D986B2006826}" srcOrd="0" destOrd="0" presId="urn:microsoft.com/office/officeart/2005/8/layout/vList5"/>
    <dgm:cxn modelId="{40DE41AF-EA1F-426B-AFDE-1E90A500B273}" type="presOf" srcId="{0614F60F-3948-45FC-ACF6-50F4B781090F}" destId="{C0328290-7D63-45C9-B27B-078B463D3923}" srcOrd="0" destOrd="0" presId="urn:microsoft.com/office/officeart/2005/8/layout/vList5"/>
    <dgm:cxn modelId="{EE9FE1CA-6DFC-4BCE-A87D-66A29FC01A42}" srcId="{0614F60F-3948-45FC-ACF6-50F4B781090F}" destId="{DA84FD98-0FCB-463C-B0AE-8EFEE3BF7567}" srcOrd="0" destOrd="0" parTransId="{8FD2CC26-CF06-46D1-AA62-60D294501977}" sibTransId="{EF79B8B2-3B5A-43E4-BC95-D3DD512E3C3B}"/>
    <dgm:cxn modelId="{FABC3AE3-31E2-4028-AA8C-E775DE1D592C}" srcId="{7435F7CB-1F1B-4AAA-916D-83DED4B54127}" destId="{6C48132D-7608-4FE7-92B1-D34A35E1AF55}" srcOrd="0" destOrd="0" parTransId="{66BA2694-2404-4FE6-BCAA-DED69111054D}" sibTransId="{B0751AD6-F545-483F-96AD-8DF980692988}"/>
    <dgm:cxn modelId="{0FCAB4EA-3975-2744-B018-8ADE8021F532}" srcId="{0614F60F-3948-45FC-ACF6-50F4B781090F}" destId="{B037AEB4-DD66-8A4D-A9B1-AD4368D0FD10}" srcOrd="1" destOrd="0" parTransId="{D8928CA8-DEA5-D94D-9BBF-20A6E65D47E6}" sibTransId="{8C52B8D0-865B-D643-A396-093249DBF8AD}"/>
    <dgm:cxn modelId="{FBD9A750-3CB0-4FC4-9625-7EC5F7A14674}" type="presParOf" srcId="{B0C6766E-242B-4B1B-A598-D986B2006826}" destId="{0D63D1D0-7BEE-4D47-873B-DDC01814A047}" srcOrd="0" destOrd="0" presId="urn:microsoft.com/office/officeart/2005/8/layout/vList5"/>
    <dgm:cxn modelId="{105D3B88-416B-4FC9-8151-92E429256331}" type="presParOf" srcId="{0D63D1D0-7BEE-4D47-873B-DDC01814A047}" destId="{C0328290-7D63-45C9-B27B-078B463D3923}" srcOrd="0" destOrd="0" presId="urn:microsoft.com/office/officeart/2005/8/layout/vList5"/>
    <dgm:cxn modelId="{7115E5A2-CD25-4F70-BCD7-C2621E4DACFA}" type="presParOf" srcId="{0D63D1D0-7BEE-4D47-873B-DDC01814A047}" destId="{B9357D0F-6E8E-4373-8482-F585CF3BAF13}" srcOrd="1" destOrd="0" presId="urn:microsoft.com/office/officeart/2005/8/layout/vList5"/>
    <dgm:cxn modelId="{ADF4AC45-CD6F-4454-8304-D459DE873BA5}" type="presParOf" srcId="{B0C6766E-242B-4B1B-A598-D986B2006826}" destId="{875015F5-4225-4BCB-A62D-7CB4C26BC053}" srcOrd="1" destOrd="0" presId="urn:microsoft.com/office/officeart/2005/8/layout/vList5"/>
    <dgm:cxn modelId="{8AEE1162-D757-45D0-9AA8-A5E3774CFC67}" type="presParOf" srcId="{B0C6766E-242B-4B1B-A598-D986B2006826}" destId="{EDEF8681-E8DB-4711-AE22-751C2DD37F49}" srcOrd="2" destOrd="0" presId="urn:microsoft.com/office/officeart/2005/8/layout/vList5"/>
    <dgm:cxn modelId="{F5A5CE5E-71A9-46AD-99A0-1EA704DDE6E0}" type="presParOf" srcId="{EDEF8681-E8DB-4711-AE22-751C2DD37F49}" destId="{AC0898DF-3598-4671-8C52-2ACC89BFDAA8}" srcOrd="0" destOrd="0" presId="urn:microsoft.com/office/officeart/2005/8/layout/vList5"/>
    <dgm:cxn modelId="{9C7F5390-1F59-48D9-AE84-7DEA4A2B52F5}" type="presParOf" srcId="{EDEF8681-E8DB-4711-AE22-751C2DD37F49}" destId="{5D25A90B-B46B-4BC8-ACCC-118EC2CB631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1B458-7126-49EA-9613-ACFCFE949AD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C658A4-70B6-49D8-BED3-BBCB12EDDFE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A9D41F-557D-4072-9E9E-06DCBEA1C500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Document Overload</a:t>
          </a:r>
          <a:r>
            <a:rPr lang="en-US" sz="2500" kern="1200">
              <a:latin typeface="Rockwell" panose="02060603020205020403" pitchFamily="18" charset="0"/>
            </a:rPr>
            <a:t>: Companies can't efficiently process thousands of documents</a:t>
          </a:r>
        </a:p>
      </dsp:txBody>
      <dsp:txXfrm>
        <a:off x="1435590" y="531"/>
        <a:ext cx="9080009" cy="1242935"/>
      </dsp:txXfrm>
    </dsp:sp>
    <dsp:sp modelId="{FCA272FA-83E8-4864-8872-B2C9E30ACD6F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719D1C-5D5C-4C79-9EA4-26B328C85D6C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5F09F-97A7-494C-A656-D499968EC34A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No Memory</a:t>
          </a:r>
          <a:r>
            <a:rPr lang="en-US" sz="2500" kern="1200">
              <a:latin typeface="Rockwell" panose="02060603020205020403" pitchFamily="18" charset="0"/>
            </a:rPr>
            <a:t>: Systems forget previous work and repeat everything</a:t>
          </a:r>
        </a:p>
      </dsp:txBody>
      <dsp:txXfrm>
        <a:off x="1435590" y="1554201"/>
        <a:ext cx="9080009" cy="1242935"/>
      </dsp:txXfrm>
    </dsp:sp>
    <dsp:sp modelId="{030E5CEE-2D6C-40A9-B737-D06AC4A2C4F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4C46F9-835E-41F4-A83B-447070F7634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F537FD-6C32-4153-A449-12D4A9823109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>
              <a:latin typeface="Rockwell" panose="02060603020205020403" pitchFamily="18" charset="0"/>
            </a:rPr>
            <a:t>Trust Issues</a:t>
          </a:r>
          <a:r>
            <a:rPr lang="en-US" sz="2500" kern="1200">
              <a:latin typeface="Rockwell" panose="02060603020205020403" pitchFamily="18" charset="0"/>
            </a:rPr>
            <a:t>: Users don't know if AI answers are correct</a:t>
          </a:r>
        </a:p>
      </dsp:txBody>
      <dsp:txXfrm>
        <a:off x="1435590" y="3107870"/>
        <a:ext cx="9080009" cy="12429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4B6BDE-2376-41AA-8712-69DC677B605C}">
      <dsp:nvSpPr>
        <dsp:cNvPr id="0" name=""/>
        <dsp:cNvSpPr/>
      </dsp:nvSpPr>
      <dsp:spPr>
        <a:xfrm>
          <a:off x="1283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4A86079-F478-4378-B185-34128451310D}">
      <dsp:nvSpPr>
        <dsp:cNvPr id="0" name=""/>
        <dsp:cNvSpPr/>
      </dsp:nvSpPr>
      <dsp:spPr>
        <a:xfrm>
          <a:off x="501904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Rockwell" panose="02060603020205020403" pitchFamily="18" charset="0"/>
            </a:rPr>
            <a:t>What's Wrong Now:</a:t>
          </a:r>
          <a:br>
            <a:rPr lang="en-US" sz="2000" b="1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Systems waste time reprocessing same documents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Can't combine different types of data properly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Poor at detecting wrong answers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No way for humans to improve the system</a:t>
          </a:r>
          <a:br>
            <a:rPr lang="en-US" sz="2000" kern="1200">
              <a:latin typeface="Rockwell" panose="02060603020205020403" pitchFamily="18" charset="0"/>
            </a:rPr>
          </a:br>
          <a:endParaRPr lang="en-US" sz="2000" kern="1200">
            <a:latin typeface="Rockwell" panose="02060603020205020403" pitchFamily="18" charset="0"/>
          </a:endParaRPr>
        </a:p>
      </dsp:txBody>
      <dsp:txXfrm>
        <a:off x="585701" y="1066737"/>
        <a:ext cx="4337991" cy="2693452"/>
      </dsp:txXfrm>
    </dsp:sp>
    <dsp:sp modelId="{E4047B73-A39F-4330-8B70-B6A633C23C02}">
      <dsp:nvSpPr>
        <dsp:cNvPr id="0" name=""/>
        <dsp:cNvSpPr/>
      </dsp:nvSpPr>
      <dsp:spPr>
        <a:xfrm>
          <a:off x="5508110" y="507350"/>
          <a:ext cx="4505585" cy="2861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4A53594-00D8-4661-922A-3BCC842AEF36}">
      <dsp:nvSpPr>
        <dsp:cNvPr id="0" name=""/>
        <dsp:cNvSpPr/>
      </dsp:nvSpPr>
      <dsp:spPr>
        <a:xfrm>
          <a:off x="6008730" y="982940"/>
          <a:ext cx="4505585" cy="28610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Rockwell" panose="02060603020205020403" pitchFamily="18" charset="0"/>
            </a:rPr>
            <a:t>Our Solution:</a:t>
          </a:r>
          <a:br>
            <a:rPr lang="en-US" sz="2000" b="1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Smart memory that remembers important information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Multiple AI agents working together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Better error detection and safety checks</a:t>
          </a:r>
          <a:br>
            <a:rPr lang="en-US" sz="2000" kern="1200">
              <a:latin typeface="Rockwell" panose="02060603020205020403" pitchFamily="18" charset="0"/>
            </a:rPr>
          </a:br>
          <a:r>
            <a:rPr lang="en-US" sz="2000" kern="1200">
              <a:latin typeface="Rockwell" panose="02060603020205020403" pitchFamily="18" charset="0"/>
            </a:rPr>
            <a:t>Human feedback makes system smarter over time</a:t>
          </a:r>
        </a:p>
      </dsp:txBody>
      <dsp:txXfrm>
        <a:off x="6092527" y="1066737"/>
        <a:ext cx="4337991" cy="26934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3D5A5-54E3-48D8-BEBD-99145087D605}">
      <dsp:nvSpPr>
        <dsp:cNvPr id="0" name=""/>
        <dsp:cNvSpPr/>
      </dsp:nvSpPr>
      <dsp:spPr>
        <a:xfrm rot="5400000">
          <a:off x="3646224" y="-997023"/>
          <a:ext cx="1844438" cy="429971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Cambria"/>
              <a:ea typeface="Cambria"/>
              <a:cs typeface="Calibri"/>
            </a:rPr>
            <a:t>Existing document pipelines are </a:t>
          </a:r>
          <a:r>
            <a:rPr lang="en-US" sz="1200" b="1" kern="1200">
              <a:latin typeface="Cambria"/>
              <a:ea typeface="Cambria"/>
              <a:cs typeface="Calibri"/>
            </a:rPr>
            <a:t>static and one-size-fits-all</a:t>
          </a:r>
          <a:endParaRPr lang="en-US" sz="1200" kern="1200">
            <a:latin typeface="Cambria"/>
            <a:ea typeface="Cambria"/>
            <a:cs typeface="Calibri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Cambria"/>
              <a:ea typeface="Cambria"/>
              <a:cs typeface="Calibri"/>
            </a:rPr>
            <a:t>Heavy OCR and LLMs are </a:t>
          </a:r>
          <a:r>
            <a:rPr lang="en-US" sz="1200" b="1" kern="1200">
              <a:latin typeface="Cambria"/>
              <a:ea typeface="Cambria"/>
              <a:cs typeface="Calibri"/>
            </a:rPr>
            <a:t>applied blindly</a:t>
          </a:r>
          <a:r>
            <a:rPr lang="en-US" sz="1200" kern="1200">
              <a:latin typeface="Cambria"/>
              <a:ea typeface="Cambria"/>
              <a:cs typeface="Calibri"/>
            </a:rPr>
            <a:t>, inflating costand latency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Cambria"/>
              <a:ea typeface="Cambria"/>
              <a:cs typeface="Calibri"/>
            </a:rPr>
            <a:t>Failures trigger </a:t>
          </a:r>
          <a:r>
            <a:rPr lang="en-US" sz="1200" b="1" kern="1200">
              <a:latin typeface="Cambria"/>
              <a:ea typeface="Cambria"/>
              <a:cs typeface="Calibri"/>
            </a:rPr>
            <a:t>full document reprocessing</a:t>
          </a:r>
          <a:r>
            <a:rPr lang="en-US" sz="1200" kern="1200">
              <a:latin typeface="Cambria"/>
              <a:ea typeface="Cambria"/>
              <a:cs typeface="Calibri"/>
            </a:rPr>
            <a:t>, nottargeted recovery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Cambria"/>
              <a:ea typeface="Cambria"/>
              <a:cs typeface="Calibri"/>
            </a:rPr>
            <a:t>No mechanism to </a:t>
          </a:r>
          <a:r>
            <a:rPr lang="en-US" sz="1200" b="1" kern="1200">
              <a:latin typeface="Cambria"/>
              <a:ea typeface="Cambria"/>
              <a:cs typeface="Calibri"/>
            </a:rPr>
            <a:t>balance accuracy, cost, and latencydynamically</a:t>
          </a:r>
          <a:endParaRPr lang="en-US" sz="1200" kern="1200">
            <a:latin typeface="Cambria"/>
            <a:ea typeface="Cambria"/>
            <a:cs typeface="Calibri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>
              <a:latin typeface="Cambria"/>
              <a:ea typeface="Cambria"/>
              <a:cs typeface="Calibri"/>
            </a:rPr>
            <a:t>Preprocessing decisions are </a:t>
          </a:r>
          <a:r>
            <a:rPr lang="en-US" sz="1200" b="1" kern="1200">
              <a:latin typeface="Cambria"/>
              <a:ea typeface="Cambria"/>
              <a:cs typeface="Calibri"/>
            </a:rPr>
            <a:t>hand-tuned</a:t>
          </a:r>
          <a:r>
            <a:rPr lang="en-US" sz="1200" kern="1200">
              <a:latin typeface="Cambria"/>
              <a:ea typeface="Cambria"/>
              <a:cs typeface="Calibri"/>
            </a:rPr>
            <a:t>, not learned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>
            <a:latin typeface="Calibri"/>
            <a:ea typeface="Calibri"/>
            <a:cs typeface="Calibri"/>
          </a:endParaRPr>
        </a:p>
      </dsp:txBody>
      <dsp:txXfrm rot="-5400000">
        <a:off x="2418588" y="320651"/>
        <a:ext cx="4209673" cy="1664362"/>
      </dsp:txXfrm>
    </dsp:sp>
    <dsp:sp modelId="{C0328290-7D63-45C9-B27B-078B463D3923}">
      <dsp:nvSpPr>
        <dsp:cNvPr id="0" name=""/>
        <dsp:cNvSpPr/>
      </dsp:nvSpPr>
      <dsp:spPr>
        <a:xfrm>
          <a:off x="0" y="57"/>
          <a:ext cx="2418587" cy="230554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3500" b="1" kern="1200"/>
            <a:t>The Sub-Problem:</a:t>
          </a:r>
          <a:endParaRPr lang="en-US" sz="3500" kern="1200"/>
        </a:p>
      </dsp:txBody>
      <dsp:txXfrm>
        <a:off x="112548" y="112605"/>
        <a:ext cx="2193491" cy="2080452"/>
      </dsp:txXfrm>
    </dsp:sp>
    <dsp:sp modelId="{A1B102DF-B150-4A14-A35F-7810A2F40778}">
      <dsp:nvSpPr>
        <dsp:cNvPr id="0" name=""/>
        <dsp:cNvSpPr/>
      </dsp:nvSpPr>
      <dsp:spPr>
        <a:xfrm rot="5400000">
          <a:off x="3646224" y="1423801"/>
          <a:ext cx="1844438" cy="4299711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>
              <a:solidFill>
                <a:schemeClr val="tx1"/>
              </a:solidFill>
              <a:latin typeface="Cambria"/>
              <a:ea typeface="Cambria"/>
              <a:cs typeface="Calibri"/>
            </a:rPr>
            <a:t>IDPO — an intelligent, policy-driven orchestration layer</a:t>
          </a:r>
          <a:r>
            <a:rPr lang="en-US" sz="1200" b="0" kern="1200">
              <a:solidFill>
                <a:schemeClr val="tx1"/>
              </a:solidFill>
              <a:latin typeface="Cambria"/>
              <a:ea typeface="Cambria"/>
              <a:cs typeface="Calibri"/>
            </a:rPr>
            <a:t> thatowns the </a:t>
          </a:r>
          <a:r>
            <a:rPr lang="en-US" sz="1200" b="1" kern="1200">
              <a:solidFill>
                <a:schemeClr val="tx1"/>
              </a:solidFill>
              <a:latin typeface="Cambria"/>
              <a:ea typeface="Cambria"/>
              <a:cs typeface="Calibri"/>
            </a:rPr>
            <a:t>entire preprocessing lifecycle</a:t>
          </a:r>
          <a:r>
            <a:rPr lang="en-US" sz="1200" b="0" kern="1200">
              <a:solidFill>
                <a:schemeClr val="tx1"/>
              </a:solidFill>
              <a:latin typeface="Cambria"/>
              <a:ea typeface="Cambria"/>
              <a:cs typeface="Calibri"/>
            </a:rPr>
            <a:t>, from document intake tocompliant structured output.</a:t>
          </a:r>
          <a:endParaRPr lang="en-US" sz="1200" b="0" kern="1200">
            <a:latin typeface="Cambria"/>
            <a:ea typeface="Cambria"/>
            <a:cs typeface="Calibri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>
              <a:latin typeface="Cambria"/>
              <a:ea typeface="Cambria"/>
            </a:rPr>
            <a:t>Routes documents based on </a:t>
          </a:r>
          <a:r>
            <a:rPr lang="en-US" sz="1200" b="1" kern="1200">
              <a:latin typeface="Cambria"/>
              <a:ea typeface="Cambria"/>
            </a:rPr>
            <a:t>quality &amp; structural complexity</a:t>
          </a:r>
          <a:endParaRPr lang="en-US" sz="1200" b="0" kern="1200">
            <a:latin typeface="Cambria"/>
            <a:ea typeface="Cambria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>
              <a:latin typeface="Cambria"/>
              <a:ea typeface="Cambria"/>
            </a:rPr>
            <a:t>Selects </a:t>
          </a:r>
          <a:r>
            <a:rPr lang="en-US" sz="1200" b="1" kern="1200">
              <a:latin typeface="Cambria"/>
              <a:ea typeface="Cambria"/>
            </a:rPr>
            <a:t>agent-specialized preprocessing pipelines</a:t>
          </a:r>
          <a:endParaRPr lang="en-US" sz="1200" b="0" kern="1200">
            <a:latin typeface="Cambria"/>
            <a:ea typeface="Cambria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>
              <a:latin typeface="Cambria"/>
              <a:ea typeface="Cambria"/>
            </a:rPr>
            <a:t>Applies </a:t>
          </a:r>
          <a:r>
            <a:rPr lang="en-US" sz="1200" b="1" kern="1200">
              <a:latin typeface="Cambria"/>
              <a:ea typeface="Cambria"/>
            </a:rPr>
            <a:t>local models first</a:t>
          </a:r>
          <a:r>
            <a:rPr lang="en-US" sz="1200" b="0" kern="1200">
              <a:latin typeface="Cambria"/>
              <a:ea typeface="Cambria"/>
            </a:rPr>
            <a:t>, escalating only failing fields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>
              <a:latin typeface="Cambria"/>
              <a:ea typeface="Cambria"/>
            </a:rPr>
            <a:t>Optimizes decisions using </a:t>
          </a:r>
          <a:r>
            <a:rPr lang="en-US" sz="1200" b="1" kern="1200">
              <a:latin typeface="Cambria"/>
              <a:ea typeface="Cambria"/>
            </a:rPr>
            <a:t>online policy learning</a:t>
          </a:r>
          <a:endParaRPr lang="en-US" sz="1200" b="0" kern="1200">
            <a:latin typeface="Cambria"/>
            <a:ea typeface="Cambria"/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>
              <a:latin typeface="Cambria"/>
              <a:ea typeface="Cambria"/>
            </a:rPr>
            <a:t>Consumes and sends </a:t>
          </a:r>
          <a:r>
            <a:rPr lang="en-US" sz="1200" b="1" kern="1200">
              <a:latin typeface="Cambria"/>
              <a:ea typeface="Cambria"/>
            </a:rPr>
            <a:t>policy guidance from and to AHMN </a:t>
          </a:r>
          <a:endParaRPr lang="en-US" sz="1200" b="0" kern="1200">
            <a:latin typeface="Cambria"/>
            <a:ea typeface="Cambria"/>
          </a:endParaRPr>
        </a:p>
      </dsp:txBody>
      <dsp:txXfrm rot="-5400000">
        <a:off x="2418588" y="2741475"/>
        <a:ext cx="4209673" cy="1664362"/>
      </dsp:txXfrm>
    </dsp:sp>
    <dsp:sp modelId="{AC0898DF-3598-4671-8C52-2ACC89BFDAA8}">
      <dsp:nvSpPr>
        <dsp:cNvPr id="0" name=""/>
        <dsp:cNvSpPr/>
      </dsp:nvSpPr>
      <dsp:spPr>
        <a:xfrm>
          <a:off x="0" y="2420883"/>
          <a:ext cx="2418587" cy="230554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3500" b="1" kern="1200"/>
            <a:t>The Solution</a:t>
          </a:r>
          <a:r>
            <a:rPr lang="en-US" sz="3500" b="1" kern="1200"/>
            <a:t>:</a:t>
          </a:r>
          <a:r>
            <a:rPr lang="en-US" sz="3500" b="1" kern="1200">
              <a:latin typeface="Calibri"/>
            </a:rPr>
            <a:t> </a:t>
          </a:r>
          <a:endParaRPr lang="en-US" sz="3500" kern="1200"/>
        </a:p>
      </dsp:txBody>
      <dsp:txXfrm>
        <a:off x="112548" y="2533431"/>
        <a:ext cx="2193491" cy="208045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57D0F-6E8E-4373-8482-F585CF3BAF13}">
      <dsp:nvSpPr>
        <dsp:cNvPr id="0" name=""/>
        <dsp:cNvSpPr/>
      </dsp:nvSpPr>
      <dsp:spPr>
        <a:xfrm rot="5400000">
          <a:off x="2778570" y="-619214"/>
          <a:ext cx="1766186" cy="344627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S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Existing OCR pipelines reset for every document</a:t>
          </a:r>
          <a:r>
            <a:rPr lang="en-US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– “</a:t>
          </a:r>
          <a:r>
            <a:rPr lang="en-US" sz="14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Amnesia”</a:t>
          </a:r>
          <a:r>
            <a:rPr lang="en-US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(Cold start)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S" sz="14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Cannot adapt to data drift (e.g., new vendor layouts).</a:t>
          </a:r>
          <a:endParaRPr lang="en-US" sz="14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5400000">
        <a:off x="1938527" y="307047"/>
        <a:ext cx="3360054" cy="1593750"/>
      </dsp:txXfrm>
    </dsp:sp>
    <dsp:sp modelId="{C0328290-7D63-45C9-B27B-078B463D3923}">
      <dsp:nvSpPr>
        <dsp:cNvPr id="0" name=""/>
        <dsp:cNvSpPr/>
      </dsp:nvSpPr>
      <dsp:spPr>
        <a:xfrm>
          <a:off x="0" y="55"/>
          <a:ext cx="1938528" cy="22077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26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Sub-Problem:</a:t>
          </a:r>
          <a:endParaRPr lang="en-US" sz="26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4631" y="94686"/>
        <a:ext cx="1749266" cy="2018470"/>
      </dsp:txXfrm>
    </dsp:sp>
    <dsp:sp modelId="{5D25A90B-B46B-4BC8-ACCC-118EC2CB631E}">
      <dsp:nvSpPr>
        <dsp:cNvPr id="0" name=""/>
        <dsp:cNvSpPr/>
      </dsp:nvSpPr>
      <dsp:spPr>
        <a:xfrm rot="5400000">
          <a:off x="2778570" y="1698905"/>
          <a:ext cx="1766186" cy="344627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Uses Retrieval-Augmented control to transfer historical knowledge, enabling adaptation for new vendors.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400" b="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Uses Reinforcement Learning to detect patterns and create a self-healing system that adapts to layout changes automatically.</a:t>
          </a:r>
        </a:p>
      </dsp:txBody>
      <dsp:txXfrm rot="-5400000">
        <a:off x="1938527" y="2625166"/>
        <a:ext cx="3360054" cy="1593750"/>
      </dsp:txXfrm>
    </dsp:sp>
    <dsp:sp modelId="{AC0898DF-3598-4671-8C52-2ACC89BFDAA8}">
      <dsp:nvSpPr>
        <dsp:cNvPr id="0" name=""/>
        <dsp:cNvSpPr/>
      </dsp:nvSpPr>
      <dsp:spPr>
        <a:xfrm>
          <a:off x="0" y="2318174"/>
          <a:ext cx="1938528" cy="22077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26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The Solution</a:t>
          </a:r>
          <a:r>
            <a:rPr lang="en-US" sz="26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:</a:t>
          </a:r>
          <a:endParaRPr lang="en-US" sz="2600" kern="120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94631" y="2412805"/>
        <a:ext cx="1749266" cy="20184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5FD2D-47B7-411F-B2EC-80CCECBA1E3F}">
      <dsp:nvSpPr>
        <dsp:cNvPr id="0" name=""/>
        <dsp:cNvSpPr/>
      </dsp:nvSpPr>
      <dsp:spPr>
        <a:xfrm>
          <a:off x="0" y="0"/>
          <a:ext cx="69324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87165AE-1075-4DBD-850C-001D1DCBBDA6}">
      <dsp:nvSpPr>
        <dsp:cNvPr id="0" name=""/>
        <dsp:cNvSpPr/>
      </dsp:nvSpPr>
      <dsp:spPr>
        <a:xfrm>
          <a:off x="0" y="0"/>
          <a:ext cx="1386496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Design Excellence: 3-Tier Cognitive Memory</a:t>
          </a:r>
          <a:endParaRPr lang="en-US" sz="1700" kern="1200">
            <a:solidFill>
              <a:schemeClr val="tx2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1386496" cy="2262981"/>
      </dsp:txXfrm>
    </dsp:sp>
    <dsp:sp modelId="{B34A3D91-2AB4-4CEC-9E64-9414D63FA34B}">
      <dsp:nvSpPr>
        <dsp:cNvPr id="0" name=""/>
        <dsp:cNvSpPr/>
      </dsp:nvSpPr>
      <dsp:spPr>
        <a:xfrm>
          <a:off x="1490484" y="52596"/>
          <a:ext cx="5441999" cy="1051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Innovation:</a:t>
          </a: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 bio-inspired hierarchy (STM/MTM/LTM).</a:t>
          </a:r>
        </a:p>
      </dsp:txBody>
      <dsp:txXfrm>
        <a:off x="1490484" y="52596"/>
        <a:ext cx="5441999" cy="1051932"/>
      </dsp:txXfrm>
    </dsp:sp>
    <dsp:sp modelId="{B43C3CE0-30EF-46D2-B188-193946413527}">
      <dsp:nvSpPr>
        <dsp:cNvPr id="0" name=""/>
        <dsp:cNvSpPr/>
      </dsp:nvSpPr>
      <dsp:spPr>
        <a:xfrm>
          <a:off x="1386496" y="1104529"/>
          <a:ext cx="55459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766C87A-D70A-4F14-AE1D-EA79E56E4245}">
      <dsp:nvSpPr>
        <dsp:cNvPr id="0" name=""/>
        <dsp:cNvSpPr/>
      </dsp:nvSpPr>
      <dsp:spPr>
        <a:xfrm>
          <a:off x="1490484" y="1157126"/>
          <a:ext cx="5441999" cy="1051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Benefit:</a:t>
          </a: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Decouples fast reflexes from deep semantic wisdom, ensuring real-time intelligence.</a:t>
          </a:r>
        </a:p>
      </dsp:txBody>
      <dsp:txXfrm>
        <a:off x="1490484" y="1157126"/>
        <a:ext cx="5441999" cy="1051932"/>
      </dsp:txXfrm>
    </dsp:sp>
    <dsp:sp modelId="{6923D72E-D58B-4E7F-96A9-09FCF317F16B}">
      <dsp:nvSpPr>
        <dsp:cNvPr id="0" name=""/>
        <dsp:cNvSpPr/>
      </dsp:nvSpPr>
      <dsp:spPr>
        <a:xfrm>
          <a:off x="1386496" y="2209058"/>
          <a:ext cx="55459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6682F89-B071-46E1-BB0F-590F4B2350D0}">
      <dsp:nvSpPr>
        <dsp:cNvPr id="0" name=""/>
        <dsp:cNvSpPr/>
      </dsp:nvSpPr>
      <dsp:spPr>
        <a:xfrm>
          <a:off x="0" y="2262981"/>
          <a:ext cx="69324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97F71B6-D420-4C17-AA0B-B21E16AAEFB2}">
      <dsp:nvSpPr>
        <dsp:cNvPr id="0" name=""/>
        <dsp:cNvSpPr/>
      </dsp:nvSpPr>
      <dsp:spPr>
        <a:xfrm>
          <a:off x="0" y="2262981"/>
          <a:ext cx="1386496" cy="22629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Research Contributions</a:t>
          </a:r>
          <a:endParaRPr lang="en-US" sz="1700" kern="1200">
            <a:solidFill>
              <a:schemeClr val="tx2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262981"/>
        <a:ext cx="1386496" cy="2262981"/>
      </dsp:txXfrm>
    </dsp:sp>
    <dsp:sp modelId="{5379D2F3-EF43-491E-959B-9F7FBCF70116}">
      <dsp:nvSpPr>
        <dsp:cNvPr id="0" name=""/>
        <dsp:cNvSpPr/>
      </dsp:nvSpPr>
      <dsp:spPr>
        <a:xfrm>
          <a:off x="1490484" y="2315578"/>
          <a:ext cx="5441999" cy="1051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RABI (Cold Start):</a:t>
          </a: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Uses transfer learning to project knowledge from past documents, achieving zero-shot optimization.</a:t>
          </a:r>
        </a:p>
      </dsp:txBody>
      <dsp:txXfrm>
        <a:off x="1490484" y="2315578"/>
        <a:ext cx="5441999" cy="1051932"/>
      </dsp:txXfrm>
    </dsp:sp>
    <dsp:sp modelId="{FA0026D3-17FD-4BD3-910D-3215C3C3B06A}">
      <dsp:nvSpPr>
        <dsp:cNvPr id="0" name=""/>
        <dsp:cNvSpPr/>
      </dsp:nvSpPr>
      <dsp:spPr>
        <a:xfrm>
          <a:off x="1386496" y="3367510"/>
          <a:ext cx="55459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B1635B3-7CAE-4A35-8C84-8E2B4B925E99}">
      <dsp:nvSpPr>
        <dsp:cNvPr id="0" name=""/>
        <dsp:cNvSpPr/>
      </dsp:nvSpPr>
      <dsp:spPr>
        <a:xfrm>
          <a:off x="1490484" y="3420107"/>
          <a:ext cx="5441999" cy="1051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DAAF (Data Drift):</a:t>
          </a:r>
          <a:r>
            <a:rPr lang="en-US" sz="18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A self-healing mechanism that mathematically detects layout changes and auto-tunes memory to adapt.</a:t>
          </a:r>
        </a:p>
      </dsp:txBody>
      <dsp:txXfrm>
        <a:off x="1490484" y="3420107"/>
        <a:ext cx="5441999" cy="1051932"/>
      </dsp:txXfrm>
    </dsp:sp>
    <dsp:sp modelId="{65E65DFC-31C1-4AC3-AACE-59829D6B96A0}">
      <dsp:nvSpPr>
        <dsp:cNvPr id="0" name=""/>
        <dsp:cNvSpPr/>
      </dsp:nvSpPr>
      <dsp:spPr>
        <a:xfrm>
          <a:off x="1386496" y="4472040"/>
          <a:ext cx="554598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357D0F-6E8E-4373-8482-F585CF3BAF13}">
      <dsp:nvSpPr>
        <dsp:cNvPr id="0" name=""/>
        <dsp:cNvSpPr/>
      </dsp:nvSpPr>
      <dsp:spPr>
        <a:xfrm rot="5400000">
          <a:off x="2778570" y="-619214"/>
          <a:ext cx="1766186" cy="344627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Opacity</a:t>
          </a:r>
          <a:r>
            <a:rPr lang="en-AS" sz="1800" b="1" kern="1200"/>
            <a:t>:</a:t>
          </a:r>
          <a:r>
            <a:rPr lang="en-AS" sz="1800" kern="1200"/>
            <a:t> </a:t>
          </a:r>
          <a:r>
            <a:rPr lang="en-US" sz="1800" kern="1200"/>
            <a:t>Current Q &amp; A Systems Generate Answers without  reasoning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HITL</a:t>
          </a:r>
          <a:r>
            <a:rPr lang="en-AS" sz="1800" b="1" kern="1200"/>
            <a:t> </a:t>
          </a:r>
          <a:r>
            <a:rPr lang="en-US" sz="1800" b="1" kern="1200"/>
            <a:t>Gap</a:t>
          </a:r>
          <a:r>
            <a:rPr lang="en-AS" sz="1800" b="1" kern="1200"/>
            <a:t>:</a:t>
          </a:r>
          <a:r>
            <a:rPr lang="en-AS" sz="1800" kern="1200"/>
            <a:t> </a:t>
          </a:r>
          <a:r>
            <a:rPr lang="en-US" sz="1800" kern="1200"/>
            <a:t>Most platforms lack efficient feedback mechanism </a:t>
          </a:r>
        </a:p>
      </dsp:txBody>
      <dsp:txXfrm rot="-5400000">
        <a:off x="1938527" y="307047"/>
        <a:ext cx="3360054" cy="1593750"/>
      </dsp:txXfrm>
    </dsp:sp>
    <dsp:sp modelId="{C0328290-7D63-45C9-B27B-078B463D3923}">
      <dsp:nvSpPr>
        <dsp:cNvPr id="0" name=""/>
        <dsp:cNvSpPr/>
      </dsp:nvSpPr>
      <dsp:spPr>
        <a:xfrm>
          <a:off x="0" y="55"/>
          <a:ext cx="1938528" cy="22077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2800" b="1" kern="1200"/>
            <a:t>The Sub-Problem:</a:t>
          </a:r>
          <a:endParaRPr lang="en-US" sz="2800" kern="1200"/>
        </a:p>
      </dsp:txBody>
      <dsp:txXfrm>
        <a:off x="94631" y="94686"/>
        <a:ext cx="1749266" cy="2018470"/>
      </dsp:txXfrm>
    </dsp:sp>
    <dsp:sp modelId="{5D25A90B-B46B-4BC8-ACCC-118EC2CB631E}">
      <dsp:nvSpPr>
        <dsp:cNvPr id="0" name=""/>
        <dsp:cNvSpPr/>
      </dsp:nvSpPr>
      <dsp:spPr>
        <a:xfrm rot="5400000">
          <a:off x="2778570" y="1698905"/>
          <a:ext cx="1766186" cy="3446272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AS" sz="1800" b="1" kern="1200"/>
            <a:t>E</a:t>
          </a:r>
          <a:r>
            <a:rPr lang="en-US" sz="1800" b="1" kern="1200"/>
            <a:t>xplainability Layer</a:t>
          </a:r>
          <a:r>
            <a:rPr lang="en-AS" sz="1800" b="1" kern="1200"/>
            <a:t>:</a:t>
          </a:r>
          <a:r>
            <a:rPr lang="en-AS" sz="1800" kern="1200"/>
            <a:t> </a:t>
          </a:r>
          <a:r>
            <a:rPr lang="en-US" sz="1800" kern="1200"/>
            <a:t>Integrate XAI techniques that exposes reasoning &amp; evidence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/>
            <a:t>HITL Engine</a:t>
          </a:r>
          <a:r>
            <a:rPr lang="en-AS" sz="1800" b="1" kern="1200"/>
            <a:t>:</a:t>
          </a:r>
          <a:r>
            <a:rPr lang="en-AS" sz="1800" kern="1200"/>
            <a:t> </a:t>
          </a:r>
          <a:r>
            <a:rPr lang="en-US" sz="1800" kern="1200"/>
            <a:t>Enables real time human feedback </a:t>
          </a:r>
        </a:p>
      </dsp:txBody>
      <dsp:txXfrm rot="-5400000">
        <a:off x="1938527" y="2625166"/>
        <a:ext cx="3360054" cy="1593750"/>
      </dsp:txXfrm>
    </dsp:sp>
    <dsp:sp modelId="{AC0898DF-3598-4671-8C52-2ACC89BFDAA8}">
      <dsp:nvSpPr>
        <dsp:cNvPr id="0" name=""/>
        <dsp:cNvSpPr/>
      </dsp:nvSpPr>
      <dsp:spPr>
        <a:xfrm>
          <a:off x="0" y="2318174"/>
          <a:ext cx="1938528" cy="22077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S" sz="2800" b="1" kern="1200"/>
            <a:t>The Solution</a:t>
          </a:r>
          <a:r>
            <a:rPr lang="en-US" sz="2800" b="1" kern="1200"/>
            <a:t>:</a:t>
          </a:r>
          <a:endParaRPr lang="en-US" sz="2800" kern="1200"/>
        </a:p>
      </dsp:txBody>
      <dsp:txXfrm>
        <a:off x="94631" y="2412805"/>
        <a:ext cx="1749266" cy="20184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226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05E39-E81A-3AB9-7312-DB50C69FA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6C1331-F98A-69B2-1865-01575F35C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BE293-9BBB-0BBF-5233-DCDA931F4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BF2BE-C1F5-4DCE-AA69-8777897F3A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432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107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4/25/2026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0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97" y="769938"/>
            <a:ext cx="5256212" cy="1600200"/>
          </a:xfrm>
        </p:spPr>
        <p:txBody>
          <a:bodyPr anchor="b">
            <a:noAutofit/>
          </a:bodyPr>
          <a:lstStyle/>
          <a:p>
            <a:r>
              <a:rPr lang="en-US" sz="4200">
                <a:latin typeface="Rockwell" panose="02060603020205020403" pitchFamily="18" charset="0"/>
              </a:rPr>
              <a:t>Modular Multi Agent Document AI</a:t>
            </a:r>
          </a:p>
        </p:txBody>
      </p:sp>
      <p:pic>
        <p:nvPicPr>
          <p:cNvPr id="3" name="Picture 2" descr="A group of robots with laptops&#10;&#10;AI-generated content may be incorrect.">
            <a:extLst>
              <a:ext uri="{FF2B5EF4-FFF2-40B4-BE49-F238E27FC236}">
                <a16:creationId xmlns:a16="http://schemas.microsoft.com/office/drawing/2014/main" id="{0BAAF9B3-F856-55CF-9980-A5AB3822C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3" r="12668" b="-2"/>
          <a:stretch>
            <a:fillRect/>
          </a:stretch>
        </p:blipFill>
        <p:spPr>
          <a:xfrm>
            <a:off x="5617363" y="992187"/>
            <a:ext cx="6172200" cy="487362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71000"/>
              </a:srgbClr>
            </a:outerShdw>
            <a:softEdge rad="228600"/>
          </a:effectLst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1397" y="2370138"/>
            <a:ext cx="3870359" cy="652908"/>
          </a:xfrm>
        </p:spPr>
        <p:txBody>
          <a:bodyPr>
            <a:normAutofit fontScale="92500" lnSpcReduction="10000"/>
          </a:bodyPr>
          <a:lstStyle/>
          <a:p>
            <a:r>
              <a:rPr lang="en-US" sz="4200">
                <a:latin typeface="Rockwell" panose="02060603020205020403" pitchFamily="18" charset="0"/>
              </a:rPr>
              <a:t>25-26J-129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11848BD8-711D-0D58-8219-77076E6F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E7565EFA-D25B-416B-9B71-AD4A53C15E4E}" type="datetimeFigureOut">
              <a:rPr lang="en-AS" smtClean="0"/>
              <a:pPr>
                <a:spcAft>
                  <a:spcPts val="600"/>
                </a:spcAft>
              </a:pPr>
              <a:t>04/25/2026</a:t>
            </a:fld>
            <a:endParaRPr lang="en-A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628C9A5-1483-3B82-DE8C-06C73B2F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AS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FFCB7-EC63-495B-9ED3-9E3A0892B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Rockwell" panose="02060603020205020403" pitchFamily="18" charset="0"/>
              </a:rPr>
              <a:t>Introduction to the Problem</a:t>
            </a:r>
          </a:p>
        </p:txBody>
      </p:sp>
      <p:sp>
        <p:nvSpPr>
          <p:cNvPr id="12" name="Date Placeholder 4" hidden="1">
            <a:extLst>
              <a:ext uri="{FF2B5EF4-FFF2-40B4-BE49-F238E27FC236}">
                <a16:creationId xmlns:a16="http://schemas.microsoft.com/office/drawing/2014/main" id="{095F7C8D-DE77-F1A8-5B56-0CEDA217F52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E7565EFA-D25B-416B-9B71-AD4A53C15E4E}" type="datetimeFigureOut">
              <a:rPr lang="en-AS" smtClean="0"/>
              <a:pPr>
                <a:spcAft>
                  <a:spcPts val="600"/>
                </a:spcAft>
              </a:pPr>
              <a:t>04/25/2026</a:t>
            </a:fld>
            <a:endParaRPr lang="en-AS"/>
          </a:p>
        </p:txBody>
      </p:sp>
      <p:sp>
        <p:nvSpPr>
          <p:cNvPr id="14" name="Slide Number Placeholder 5" hidden="1">
            <a:extLst>
              <a:ext uri="{FF2B5EF4-FFF2-40B4-BE49-F238E27FC236}">
                <a16:creationId xmlns:a16="http://schemas.microsoft.com/office/drawing/2014/main" id="{392D08E3-1CE0-5013-BC44-1EC2D4FB7BE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2DB327AD-5AD4-4816-A5BB-940555DBDC1A}" type="slidenum">
              <a:rPr lang="en-AS" smtClean="0"/>
              <a:pPr>
                <a:spcAft>
                  <a:spcPts val="600"/>
                </a:spcAft>
              </a:pPr>
              <a:t>2</a:t>
            </a:fld>
            <a:endParaRPr lang="en-AS"/>
          </a:p>
        </p:txBody>
      </p:sp>
      <p:graphicFrame>
        <p:nvGraphicFramePr>
          <p:cNvPr id="16" name="TextBox 6">
            <a:extLst>
              <a:ext uri="{FF2B5EF4-FFF2-40B4-BE49-F238E27FC236}">
                <a16:creationId xmlns:a16="http://schemas.microsoft.com/office/drawing/2014/main" id="{378C114E-FBDD-6C60-DDE6-8ABBD7EE8DCD}"/>
              </a:ext>
            </a:extLst>
          </p:cNvPr>
          <p:cNvGraphicFramePr/>
          <p:nvPr/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09553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B66FF-C5AA-B576-C1C4-AD694EB0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3997DB1C-8FF6-7DED-13F1-8BD5F638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A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E7565EFA-D25B-416B-9B71-AD4A53C15E4E}" type="datetimeFigureOut">
              <a:rPr lang="en-AS" smtClean="0"/>
              <a:pPr>
                <a:spcAft>
                  <a:spcPts val="600"/>
                </a:spcAft>
              </a:pPr>
              <a:t>04/25/2026</a:t>
            </a:fld>
            <a:endParaRPr lang="en-A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4738277-2AFB-D59A-D130-201869D63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A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A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F1B68-52DF-BDEC-46D7-0268D16F1EE1}"/>
              </a:ext>
            </a:extLst>
          </p:cNvPr>
          <p:cNvSpPr txBox="1"/>
          <p:nvPr/>
        </p:nvSpPr>
        <p:spPr>
          <a:xfrm>
            <a:off x="838199" y="1825625"/>
            <a:ext cx="5366173" cy="2597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>
              <a:latin typeface="Rockwell" panose="02060603020205020403" pitchFamily="18" charset="0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093C4BE7-BE2A-5E37-F706-D651FC06943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45986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2748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5ABA39-3DC5-BD3B-BCDE-0D9C7C5AD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440" y="41084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>
                <a:latin typeface="Rockwell" panose="02060603020205020403" pitchFamily="18" charset="0"/>
              </a:rPr>
              <a:t>System Diagram</a:t>
            </a:r>
            <a:endParaRPr lang="en-AS">
              <a:latin typeface="Rockwell" panose="02060603020205020403" pitchFamily="18" charset="0"/>
            </a:endParaRP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E0429AEB-8CC1-5CE5-041C-FFEC516E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fld id="{E7565EFA-D25B-416B-9B71-AD4A53C15E4E}" type="datetimeFigureOut">
              <a:rPr lang="en-AS" smtClean="0"/>
              <a:pPr>
                <a:spcAft>
                  <a:spcPts val="600"/>
                </a:spcAft>
              </a:pPr>
              <a:t>04/25/2026</a:t>
            </a:fld>
            <a:endParaRPr lang="en-AS"/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37A0066-1F82-0068-5511-F5BFE931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A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endParaRPr lang="en-A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54DC689C-5CE6-3352-AF63-622F6FF377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6" y="1785305"/>
            <a:ext cx="11575627" cy="289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4602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3FBA-F4F3-6D31-6921-3CA71C7DE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F595F1E-7428-C1A1-0B3F-9D5AD0C47A7F}"/>
              </a:ext>
            </a:extLst>
          </p:cNvPr>
          <p:cNvSpPr/>
          <p:nvPr/>
        </p:nvSpPr>
        <p:spPr>
          <a:xfrm>
            <a:off x="2632434" y="6546848"/>
            <a:ext cx="5754482" cy="3063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300BA-4C7C-0E95-357B-F707B571653D}"/>
              </a:ext>
            </a:extLst>
          </p:cNvPr>
          <p:cNvSpPr/>
          <p:nvPr/>
        </p:nvSpPr>
        <p:spPr>
          <a:xfrm>
            <a:off x="2563608" y="6419492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Rockwell"/>
              </a:rPr>
              <a:t>IT22892058 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 | </a:t>
            </a:r>
            <a:r>
              <a:rPr lang="en-US">
                <a:solidFill>
                  <a:schemeClr val="tx1"/>
                </a:solidFill>
                <a:latin typeface="Rockwell"/>
              </a:rPr>
              <a:t> Nayanapriya S A T  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/>
              </a:rPr>
              <a:t>25-26J-129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E3BB20-2F8F-586E-0D5E-7E192F6DB811}"/>
              </a:ext>
            </a:extLst>
          </p:cNvPr>
          <p:cNvSpPr txBox="1"/>
          <p:nvPr/>
        </p:nvSpPr>
        <p:spPr>
          <a:xfrm>
            <a:off x="974809" y="2782669"/>
            <a:ext cx="9450303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600" b="1">
                <a:latin typeface="Tahoma"/>
                <a:ea typeface="Tahoma"/>
                <a:cs typeface="Tahoma"/>
              </a:rPr>
              <a:t>IT22892058|  S A </a:t>
            </a:r>
            <a:r>
              <a:rPr lang="en-US" sz="3600" b="1" err="1">
                <a:latin typeface="Tahoma"/>
                <a:ea typeface="Tahoma"/>
                <a:cs typeface="Tahoma"/>
              </a:rPr>
              <a:t>Thimuth</a:t>
            </a:r>
            <a:r>
              <a:rPr lang="en-US" sz="3600" b="1">
                <a:latin typeface="Tahoma"/>
                <a:ea typeface="Tahoma"/>
                <a:cs typeface="Tahoma"/>
              </a:rPr>
              <a:t> </a:t>
            </a:r>
            <a:r>
              <a:rPr lang="en-US" sz="3600" b="1" err="1">
                <a:latin typeface="Tahoma"/>
                <a:ea typeface="Tahoma"/>
                <a:cs typeface="Tahoma"/>
              </a:rPr>
              <a:t>Nayanapriya</a:t>
            </a:r>
            <a:endParaRPr lang="en-AS" sz="3600" b="1" err="1">
              <a:latin typeface="Tahoma"/>
              <a:ea typeface="Tahoma"/>
              <a:cs typeface="Tahom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9744AB-06E8-813A-FA99-219F217EFA58}"/>
              </a:ext>
            </a:extLst>
          </p:cNvPr>
          <p:cNvSpPr txBox="1"/>
          <p:nvPr/>
        </p:nvSpPr>
        <p:spPr>
          <a:xfrm>
            <a:off x="571500" y="5460315"/>
            <a:ext cx="73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BSc (Hons) in Information Technology Specializing in Data Science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5B52D0-0F4B-7958-276A-1C3A06A0A05B}"/>
              </a:ext>
            </a:extLst>
          </p:cNvPr>
          <p:cNvSpPr txBox="1"/>
          <p:nvPr/>
        </p:nvSpPr>
        <p:spPr>
          <a:xfrm>
            <a:off x="571500" y="4842281"/>
            <a:ext cx="692150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ea typeface="+mn-lt"/>
                <a:cs typeface="+mn-lt"/>
              </a:rPr>
              <a:t>Intelligent Document Processing Orchestration</a:t>
            </a:r>
            <a:endParaRPr lang="en-US">
              <a:ea typeface="+mn-lt"/>
              <a:cs typeface="+mn-lt"/>
            </a:endParaRPr>
          </a:p>
        </p:txBody>
      </p:sp>
      <p:pic>
        <p:nvPicPr>
          <p:cNvPr id="2" name="Picture 1" descr="A person in a suit&#10;&#10;AI-generated content may be incorrect.">
            <a:extLst>
              <a:ext uri="{FF2B5EF4-FFF2-40B4-BE49-F238E27FC236}">
                <a16:creationId xmlns:a16="http://schemas.microsoft.com/office/drawing/2014/main" id="{1D08F133-489C-9944-3B07-DF18D882A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5684" y="140368"/>
            <a:ext cx="2215816" cy="221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69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A6DA-9A75-F7A4-51D6-11669ACB7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312F-61AF-3AE3-70B1-D962899C3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latin typeface="Adobe Devanagari"/>
                <a:ea typeface="Tahoma" panose="020B0604030504040204" pitchFamily="34" charset="0"/>
                <a:cs typeface="Tahoma" panose="020B0604030504040204" pitchFamily="34" charset="0"/>
              </a:rPr>
              <a:t>Intelligent Document Processing Orchestration</a:t>
            </a:r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9BCD4F3C-80E7-C152-4D14-468FA49E5C7E}"/>
              </a:ext>
            </a:extLst>
          </p:cNvPr>
          <p:cNvSpPr txBox="1">
            <a:spLocks/>
          </p:cNvSpPr>
          <p:nvPr/>
        </p:nvSpPr>
        <p:spPr>
          <a:xfrm>
            <a:off x="7471896" y="1250608"/>
            <a:ext cx="4365649" cy="50172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Font typeface="Arial" pitchFamily="34" charset="0"/>
              <a:buNone/>
            </a:pPr>
            <a:r>
              <a:rPr lang="en-US" sz="2000" b="1">
                <a:solidFill>
                  <a:schemeClr val="tx2"/>
                </a:solidFill>
                <a:latin typeface="Tahoma"/>
                <a:ea typeface="Tahoma"/>
                <a:cs typeface="Tahoma"/>
              </a:rPr>
              <a:t>Functional Requirements Status:</a:t>
            </a:r>
            <a:endParaRPr lang="en-US" sz="2000">
              <a:solidFill>
                <a:schemeClr val="tx2"/>
              </a:solidFill>
              <a:latin typeface="Tahoma"/>
              <a:ea typeface="Tahoma"/>
              <a:cs typeface="Tahoma"/>
            </a:endParaRPr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FR‑01 Intake Gateway (batching/idempotency/de‑dup): 60%</a:t>
            </a:r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FR‑02 DAE (type/vendor/complexity bins): 70%</a:t>
            </a:r>
            <a:endParaRPr lang="en-US"/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FR‑03 Preprocessing Router (policy + AHMN): 60%</a:t>
            </a:r>
            <a:endParaRPr lang="en-US"/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FR‑04 Preprocessing Workers (OCR/denoise/</a:t>
            </a:r>
            <a:r>
              <a:rPr lang="en-US" sz="1800" err="1">
                <a:solidFill>
                  <a:srgbClr val="000000"/>
                </a:solidFill>
                <a:ea typeface="+mn-lt"/>
                <a:cs typeface="+mn-lt"/>
              </a:rPr>
              <a:t>deskew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/table): 65%</a:t>
            </a:r>
            <a:endParaRPr lang="en-US"/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FR‑05 Local Extraction (layout‑aware + confidence): 55%</a:t>
            </a:r>
            <a:endParaRPr lang="en-US"/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FR‑06 Recovery &amp; Escalation (field‑level + flagship fallback): 45%</a:t>
            </a:r>
            <a:endParaRPr lang="en-US"/>
          </a:p>
          <a:p>
            <a:pPr lvl="1"/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FR‑07 Provenance Writer (immutable audit trail): 70%</a:t>
            </a:r>
            <a:endParaRPr lang="en-US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FR‑08 Policy Bandit (online optimization under SLOs): 10%</a:t>
            </a:r>
            <a:endParaRPr lang="en-US"/>
          </a:p>
          <a:p>
            <a:pPr>
              <a:lnSpc>
                <a:spcPct val="90000"/>
              </a:lnSpc>
            </a:pPr>
            <a:endPara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2" name="TextBox 3">
            <a:extLst>
              <a:ext uri="{FF2B5EF4-FFF2-40B4-BE49-F238E27FC236}">
                <a16:creationId xmlns:a16="http://schemas.microsoft.com/office/drawing/2014/main" id="{35B7B7DA-A421-7295-427F-8500293844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9211298"/>
              </p:ext>
            </p:extLst>
          </p:nvPr>
        </p:nvGraphicFramePr>
        <p:xfrm>
          <a:off x="308811" y="1098885"/>
          <a:ext cx="6718299" cy="47264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2A717F9-B971-5E89-2434-9E0D063CA4FD}"/>
              </a:ext>
            </a:extLst>
          </p:cNvPr>
          <p:cNvSpPr/>
          <p:nvPr/>
        </p:nvSpPr>
        <p:spPr>
          <a:xfrm>
            <a:off x="2563608" y="6419492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Rockwell"/>
              </a:rPr>
              <a:t>IT22892058 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 | </a:t>
            </a:r>
            <a:r>
              <a:rPr lang="en-US">
                <a:solidFill>
                  <a:schemeClr val="tx1"/>
                </a:solidFill>
                <a:latin typeface="Rockwell"/>
              </a:rPr>
              <a:t> Nayanapriya S A T  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218386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CFB9A-8402-92E9-0DE9-9C84F4DC9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D21A501A-0C08-0AF1-CF41-93B6C6197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57" y="304800"/>
            <a:ext cx="11684000" cy="792162"/>
          </a:xfrm>
        </p:spPr>
        <p:txBody>
          <a:bodyPr/>
          <a:lstStyle/>
          <a:p>
            <a:r>
              <a:rPr lang="en-US" sz="3600">
                <a:latin typeface="Adobe Devanagari"/>
              </a:rPr>
              <a:t>Intelligent Document Processing Orchestration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39B312-F0CB-5245-A5A8-29A38A570791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5461000" y="1096962"/>
            <a:ext cx="7246256" cy="561453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lvl="0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</a:rPr>
              <a:t>Design Excellence:</a:t>
            </a:r>
            <a:endParaRPr lang="en-US" sz="1800">
              <a:solidFill>
                <a:schemeClr val="accent1">
                  <a:lumMod val="75000"/>
                </a:schemeClr>
              </a:solidFill>
              <a:ea typeface="Cambria"/>
            </a:endParaRPr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Complexity-Aware Routing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Different pipelines for pristine vs degraded documents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Agent-Specialized Preprocessing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Table-heavy, form-centric, image-dominant flows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Local-First, Escalate-Later Strategy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Lightweight models by default; flagship models only when required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Field-Level Recovery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Retry only failing fields, not entire documents</a:t>
            </a:r>
            <a:endParaRPr lang="en-US"/>
          </a:p>
          <a:p>
            <a:pPr lvl="1">
              <a:buFont typeface="Wingdings" pitchFamily="34" charset="0"/>
              <a:buChar char="Ø"/>
            </a:pPr>
            <a:r>
              <a:rPr lang="en-US" sz="1800">
                <a:ea typeface="+mn-lt"/>
                <a:cs typeface="+mn-lt"/>
              </a:rPr>
              <a:t>Vendor/layout-aware isolation prevents tail latency</a:t>
            </a:r>
            <a:endParaRPr lang="en-US"/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1800" b="0" i="0" u="none" strike="noStrike">
              <a:effectLst/>
              <a:ea typeface="Cambria"/>
            </a:endParaRPr>
          </a:p>
          <a:p>
            <a:pPr marL="0" lvl="1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</a:rPr>
              <a:t>Contribution:</a:t>
            </a:r>
            <a:endParaRPr lang="en-US" sz="1800">
              <a:solidFill>
                <a:schemeClr val="accent1">
                  <a:lumMod val="75000"/>
                </a:schemeClr>
              </a:solidFill>
            </a:endParaRPr>
          </a:p>
          <a:p>
            <a:pPr marL="742950" indent="-285750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Intake Gateway</a:t>
            </a:r>
            <a:r>
              <a:rPr lang="en-US" sz="1800">
                <a:ea typeface="+mn-lt"/>
                <a:cs typeface="+mn-lt"/>
              </a:rPr>
              <a:t> – batching, </a:t>
            </a:r>
            <a:r>
              <a:rPr lang="en-US" sz="1800" err="1">
                <a:ea typeface="+mn-lt"/>
                <a:cs typeface="+mn-lt"/>
              </a:rPr>
              <a:t>dedup</a:t>
            </a:r>
            <a:r>
              <a:rPr lang="en-US" sz="1800">
                <a:ea typeface="+mn-lt"/>
                <a:cs typeface="+mn-lt"/>
              </a:rPr>
              <a:t>, idempotency</a:t>
            </a:r>
            <a:endParaRPr lang="en-US" sz="1800">
              <a:ea typeface="Cambria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Document Analysis Engine (DAE)</a:t>
            </a:r>
            <a:r>
              <a:rPr lang="en-US" sz="1800">
                <a:ea typeface="+mn-lt"/>
                <a:cs typeface="+mn-lt"/>
              </a:rPr>
              <a:t> – complexity &amp; layout clustering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Preprocessing Router </a:t>
            </a:r>
            <a:r>
              <a:rPr lang="en-US" sz="1800">
                <a:ea typeface="+mn-lt"/>
                <a:cs typeface="+mn-lt"/>
              </a:rPr>
              <a:t> – selects optimal route using AHMN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Preprocessing Workers</a:t>
            </a:r>
            <a:r>
              <a:rPr lang="en-US" sz="1800">
                <a:ea typeface="+mn-lt"/>
                <a:cs typeface="+mn-lt"/>
              </a:rPr>
              <a:t> – quality-aware OCR, parsing, chunking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Local Extractor</a:t>
            </a:r>
            <a:r>
              <a:rPr lang="en-US" sz="1800">
                <a:ea typeface="+mn-lt"/>
                <a:cs typeface="+mn-lt"/>
              </a:rPr>
              <a:t> – layout-aware models / small LLM + tools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Recovery Agent</a:t>
            </a:r>
            <a:r>
              <a:rPr lang="en-US" sz="1800">
                <a:ea typeface="+mn-lt"/>
                <a:cs typeface="+mn-lt"/>
              </a:rPr>
              <a:t> – RAG-guided field-level retries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Tier-2 Escalator</a:t>
            </a:r>
            <a:r>
              <a:rPr lang="en-US" sz="1800">
                <a:ea typeface="+mn-lt"/>
                <a:cs typeface="+mn-lt"/>
              </a:rPr>
              <a:t> – budget-aware escalation to flagship models</a:t>
            </a:r>
            <a:endParaRPr lang="en-US">
              <a:ea typeface="+mn-lt"/>
              <a:cs typeface="+mn-lt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Validator / Normalizer</a:t>
            </a:r>
            <a:r>
              <a:rPr lang="en-US" sz="1800">
                <a:ea typeface="+mn-lt"/>
                <a:cs typeface="+mn-lt"/>
              </a:rPr>
              <a:t> – rule packs, dictionaries, cross-field checks</a:t>
            </a:r>
            <a:endParaRPr lang="en-US"/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Writer</a:t>
            </a:r>
            <a:r>
              <a:rPr lang="en-US" sz="1800">
                <a:ea typeface="+mn-lt"/>
                <a:cs typeface="+mn-lt"/>
              </a:rPr>
              <a:t> – structured output + full provenance</a:t>
            </a:r>
            <a:endParaRPr lang="en-US"/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Policy Bandit Optimizer</a:t>
            </a:r>
            <a:r>
              <a:rPr lang="en-US" sz="1800">
                <a:ea typeface="+mn-lt"/>
                <a:cs typeface="+mn-lt"/>
              </a:rPr>
              <a:t> – continuous tuning of routing thresholds</a:t>
            </a:r>
            <a:endParaRPr lang="en-US"/>
          </a:p>
          <a:p>
            <a:pPr lvl="1">
              <a:buFont typeface="Arial" pitchFamily="34" charset="0"/>
              <a:buChar char="•"/>
            </a:pPr>
            <a:r>
              <a:rPr lang="en-US" sz="1800" b="1">
                <a:ea typeface="+mn-lt"/>
                <a:cs typeface="+mn-lt"/>
              </a:rPr>
              <a:t>Queues &amp; </a:t>
            </a:r>
            <a:r>
              <a:rPr lang="en-US" sz="1800" b="1" err="1">
                <a:ea typeface="+mn-lt"/>
                <a:cs typeface="+mn-lt"/>
              </a:rPr>
              <a:t>Autoscaler</a:t>
            </a:r>
            <a:r>
              <a:rPr lang="en-US" sz="1800">
                <a:ea typeface="+mn-lt"/>
                <a:cs typeface="+mn-lt"/>
              </a:rPr>
              <a:t> – backpressure, fault isolation</a:t>
            </a:r>
            <a:endParaRPr lang="en-US"/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endParaRPr lang="en-US" sz="1800">
              <a:ea typeface="Cambria"/>
            </a:endParaRPr>
          </a:p>
        </p:txBody>
      </p:sp>
      <p:pic>
        <p:nvPicPr>
          <p:cNvPr id="4" name="Content Placeholder 3" descr="AI Agent Architecture: Key Elements &amp; Use Cases">
            <a:extLst>
              <a:ext uri="{FF2B5EF4-FFF2-40B4-BE49-F238E27FC236}">
                <a16:creationId xmlns:a16="http://schemas.microsoft.com/office/drawing/2014/main" id="{57863D04-87D5-C6A2-D2F5-67E85746358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" y="1913277"/>
            <a:ext cx="5384800" cy="30289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82AB07D-B564-9BBB-651F-CBCCF6E54E3A}"/>
              </a:ext>
            </a:extLst>
          </p:cNvPr>
          <p:cNvSpPr/>
          <p:nvPr/>
        </p:nvSpPr>
        <p:spPr>
          <a:xfrm>
            <a:off x="2563608" y="6419492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>
                <a:solidFill>
                  <a:schemeClr val="tx1"/>
                </a:solidFill>
                <a:latin typeface="Rockwell"/>
              </a:rPr>
              <a:t>IT22892058 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 | </a:t>
            </a:r>
            <a:r>
              <a:rPr lang="en-US">
                <a:solidFill>
                  <a:schemeClr val="tx1"/>
                </a:solidFill>
                <a:latin typeface="Rockwell"/>
              </a:rPr>
              <a:t> Nayanapriya S A T  </a:t>
            </a:r>
            <a:r>
              <a:rPr lang="en-US" sz="1800">
                <a:solidFill>
                  <a:schemeClr val="tx1"/>
                </a:solidFill>
                <a:latin typeface="Rockwell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32536944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FBC04D-5849-0392-6D6A-7A4368D6D376}"/>
              </a:ext>
            </a:extLst>
          </p:cNvPr>
          <p:cNvSpPr/>
          <p:nvPr/>
        </p:nvSpPr>
        <p:spPr>
          <a:xfrm>
            <a:off x="2632433" y="6546848"/>
            <a:ext cx="5793811" cy="3111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S"/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6593D0F4-C485-05BE-8CE8-6F308B98CA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767"/>
          <a:stretch>
            <a:fillRect/>
          </a:stretch>
        </p:blipFill>
        <p:spPr>
          <a:xfrm>
            <a:off x="10064750" y="137263"/>
            <a:ext cx="2060859" cy="23444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FDE206-900F-7D56-0138-E63E36D54E99}"/>
              </a:ext>
            </a:extLst>
          </p:cNvPr>
          <p:cNvSpPr txBox="1"/>
          <p:nvPr/>
        </p:nvSpPr>
        <p:spPr>
          <a:xfrm>
            <a:off x="1766887" y="2782669"/>
            <a:ext cx="86582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IT22350800 | Dasanayake D. R. L.</a:t>
            </a:r>
            <a:endParaRPr lang="en-AS" sz="3600" b="1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9C24E5-9656-1ABB-1AE2-874370B10F93}"/>
              </a:ext>
            </a:extLst>
          </p:cNvPr>
          <p:cNvSpPr txBox="1"/>
          <p:nvPr/>
        </p:nvSpPr>
        <p:spPr>
          <a:xfrm>
            <a:off x="571500" y="5460315"/>
            <a:ext cx="730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BSc (Hons) in Information Technology Specializing in Data Science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B999A4-CFD0-1678-664D-DCE9763EF64D}"/>
              </a:ext>
            </a:extLst>
          </p:cNvPr>
          <p:cNvSpPr txBox="1"/>
          <p:nvPr/>
        </p:nvSpPr>
        <p:spPr>
          <a:xfrm>
            <a:off x="571500" y="4842281"/>
            <a:ext cx="692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Adaptive Hierarchical Memory Network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35671-70BF-E0D3-85A3-CB5507038BB6}"/>
              </a:ext>
            </a:extLst>
          </p:cNvPr>
          <p:cNvSpPr/>
          <p:nvPr/>
        </p:nvSpPr>
        <p:spPr>
          <a:xfrm>
            <a:off x="2632434" y="648811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IT22350800   |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Dasanayake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D. R. L.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4293786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4252-4943-1A40-9C32-2308874A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Adaptive Hierarchical Memory Network 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67B92B2-9CCD-C40A-756E-F1542FA42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2349246"/>
              </p:ext>
            </p:extLst>
          </p:nvPr>
        </p:nvGraphicFramePr>
        <p:xfrm>
          <a:off x="609600" y="1600201"/>
          <a:ext cx="538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Content Placeholder 9" descr="A diagram of a process&#10;&#10;AI-generated content may be incorrect.">
            <a:extLst>
              <a:ext uri="{FF2B5EF4-FFF2-40B4-BE49-F238E27FC236}">
                <a16:creationId xmlns:a16="http://schemas.microsoft.com/office/drawing/2014/main" id="{B4F22E2D-B69B-18E1-F82F-83616E351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4866" y="1536700"/>
            <a:ext cx="4663267" cy="452596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D5A6233-1EA8-BCD5-B5F7-74D8C5625BFB}"/>
              </a:ext>
            </a:extLst>
          </p:cNvPr>
          <p:cNvSpPr/>
          <p:nvPr/>
        </p:nvSpPr>
        <p:spPr>
          <a:xfrm>
            <a:off x="2632434" y="648811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IT22350800   | </a:t>
            </a:r>
            <a:r>
              <a:rPr lang="en-US" sz="1800" err="1">
                <a:solidFill>
                  <a:schemeClr val="tx1"/>
                </a:solidFill>
                <a:latin typeface="Rockwell" panose="02060603020205020403" pitchFamily="18" charset="0"/>
              </a:rPr>
              <a:t>Dasanayake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 D. R. L.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2951194627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AA9D-289A-EFBA-6658-2561F80C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Adaptive Hierarchical Memory Network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C5809CA-2B74-01A7-CEEE-F9B686B926BD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8023343" y="1531346"/>
            <a:ext cx="3814202" cy="4525963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US" sz="2000" b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Functional Requirements Status:</a:t>
            </a:r>
            <a:endParaRPr lang="en-US" sz="200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FR-01 Memory Storage: Hierarchical Database deployed (Redis + Postgres).</a:t>
            </a:r>
          </a:p>
          <a:p>
            <a:pPr marL="342900"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FR-02 Pattern Recognition: Semantic Vector Embeddings (all-</a:t>
            </a:r>
            <a:r>
              <a:rPr lang="en-US" sz="180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MiniLM</a:t>
            </a: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active.</a:t>
            </a:r>
          </a:p>
          <a:p>
            <a:pPr marL="342900"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FR-03 Adaptive Learning: Bandit Algorithms (Thompson/UCB1) implemented.</a:t>
            </a:r>
          </a:p>
          <a:p>
            <a:pPr marL="342900" lvl="1" indent="-34290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en-US" sz="1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FR-04 API Integration: REST endpoints (/advice, /log) ready.</a:t>
            </a:r>
          </a:p>
          <a:p>
            <a:pPr marL="342900" indent="-342900">
              <a:lnSpc>
                <a:spcPct val="90000"/>
              </a:lnSpc>
              <a:buFont typeface="Arial" pitchFamily="34" charset="0"/>
              <a:buChar char="•"/>
            </a:pPr>
            <a:endParaRPr lang="en-US" sz="18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36" name="TextBox 7">
            <a:extLst>
              <a:ext uri="{FF2B5EF4-FFF2-40B4-BE49-F238E27FC236}">
                <a16:creationId xmlns:a16="http://schemas.microsoft.com/office/drawing/2014/main" id="{EB17095E-60A9-8ECC-FE36-7F774762E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4083433"/>
              </p:ext>
            </p:extLst>
          </p:nvPr>
        </p:nvGraphicFramePr>
        <p:xfrm>
          <a:off x="609597" y="1600201"/>
          <a:ext cx="6932484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0949DA2-B717-3DEC-E333-26F37E98C085}"/>
              </a:ext>
            </a:extLst>
          </p:cNvPr>
          <p:cNvSpPr/>
          <p:nvPr/>
        </p:nvSpPr>
        <p:spPr>
          <a:xfrm>
            <a:off x="2632434" y="6488111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IT22350800   | Dasanayake D. R. L.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284577471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F3D0-190F-53EB-A2A9-7E712F44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5A5189-7A1F-00CD-E424-12B829C6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IT22335050 | Pathirana </a:t>
            </a:r>
            <a:r>
              <a:rPr lang="en-US" err="1"/>
              <a:t>m.m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0D3F3E-69C4-8CB5-844D-3C4539435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Human Guided Explainable AI</a:t>
            </a:r>
            <a:endParaRPr lang="en-US"/>
          </a:p>
          <a:p>
            <a:endParaRPr lang="en-US"/>
          </a:p>
          <a:p>
            <a:r>
              <a:rPr lang="en-US">
                <a:latin typeface="Rockwell" panose="02060603020205020403" pitchFamily="18" charset="0"/>
              </a:rPr>
              <a:t>BSc (Hons) in Information Technology Specializing in Data Science</a:t>
            </a:r>
          </a:p>
        </p:txBody>
      </p:sp>
      <p:pic>
        <p:nvPicPr>
          <p:cNvPr id="8" name="Picture 7" descr="A person with curly hair&#10;&#10;Description automatically generated">
            <a:extLst>
              <a:ext uri="{FF2B5EF4-FFF2-40B4-BE49-F238E27FC236}">
                <a16:creationId xmlns:a16="http://schemas.microsoft.com/office/drawing/2014/main" id="{60311617-285F-B5B8-9489-3934FAE23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5800" y="0"/>
            <a:ext cx="2616200" cy="26162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5CE34A5-AB34-7C86-50C7-B67F551B519F}"/>
              </a:ext>
            </a:extLst>
          </p:cNvPr>
          <p:cNvSpPr/>
          <p:nvPr/>
        </p:nvSpPr>
        <p:spPr>
          <a:xfrm>
            <a:off x="26878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IT22335050  | Pathirana M.M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3426018110"/>
      </p:ext>
    </p:extLst>
  </p:cSld>
  <p:clrMapOvr>
    <a:masterClrMapping/>
  </p:clrMapOvr>
  <p:transition spd="slow">
    <p:dissolv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4252-4943-1A40-9C32-2308874A2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latin typeface="Adobe Devanagari" pitchFamily="18" charset="0"/>
                <a:ea typeface="+mj-ea"/>
                <a:cs typeface="Adobe Devanagari" pitchFamily="18" charset="0"/>
              </a:rPr>
              <a:t>Human Guided Explainable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809CA-2B74-01A7-CEEE-F9B686B926BD}"/>
              </a:ext>
            </a:extLst>
          </p:cNvPr>
          <p:cNvSpPr txBox="1"/>
          <p:nvPr/>
        </p:nvSpPr>
        <p:spPr>
          <a:xfrm>
            <a:off x="6114143" y="1424782"/>
            <a:ext cx="5715000" cy="48767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lvl="0">
              <a:lnSpc>
                <a:spcPct val="90000"/>
              </a:lnSpc>
              <a:spcBef>
                <a:spcPct val="20000"/>
              </a:spcBef>
            </a:pPr>
            <a:r>
              <a:rPr lang="en-US" sz="2400" b="1"/>
              <a:t>Functional Requirements Status:</a:t>
            </a:r>
            <a:endParaRPr lang="en-US" sz="2400"/>
          </a:p>
          <a:p>
            <a:pPr marL="342900" lvl="1" indent="-3429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/>
              <a:t>FR-01 Question Answering Engine:</a:t>
            </a:r>
            <a:r>
              <a:rPr lang="en-US" sz="2400"/>
              <a:t> Core Q&amp;A pipeline implemented to process user queries (60% completed)</a:t>
            </a:r>
            <a:endParaRPr lang="en-US" sz="2400">
              <a:ea typeface="Cambria"/>
            </a:endParaRPr>
          </a:p>
          <a:p>
            <a:pPr marL="342900" lvl="1" indent="-3429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/>
              <a:t>FR-02 Explainable AI Module:</a:t>
            </a:r>
            <a:r>
              <a:rPr lang="en-US" sz="2400"/>
              <a:t> Explainability framework developed to provide transparent justifications for each generated answer (50% completed)</a:t>
            </a:r>
            <a:endParaRPr lang="en-US" sz="2400">
              <a:ea typeface="Cambria"/>
            </a:endParaRPr>
          </a:p>
          <a:p>
            <a:pPr marL="342900" lvl="1" indent="-3429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/>
              <a:t>FR-03 Human In The Loop:</a:t>
            </a:r>
            <a:r>
              <a:rPr lang="en-US" sz="2400"/>
              <a:t> HITL workflow integrated, enabling human reviewers</a:t>
            </a:r>
            <a:endParaRPr lang="en-US" sz="2400">
              <a:ea typeface="Cambria"/>
            </a:endParaRPr>
          </a:p>
          <a:p>
            <a:pPr marL="342900" lvl="1" indent="-342900">
              <a:lnSpc>
                <a:spcPct val="16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400" b="1"/>
              <a:t>FR-04 User Interaction Interface: </a:t>
            </a:r>
            <a:r>
              <a:rPr lang="en-US" sz="2400"/>
              <a:t>Web-based interface created for submitting questions, viewing answers, inspecting explanations, and providing human feedback in real time.</a:t>
            </a:r>
            <a:endParaRPr lang="en-US" sz="2400">
              <a:ea typeface="Cambria"/>
            </a:endParaRP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C67B92B2-9CCD-C40A-756E-F1542FA42C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336919"/>
              </p:ext>
            </p:extLst>
          </p:nvPr>
        </p:nvGraphicFramePr>
        <p:xfrm>
          <a:off x="609600" y="1600201"/>
          <a:ext cx="5384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BE6DF4B-37B1-DD47-FD47-61A644B569F1}"/>
              </a:ext>
            </a:extLst>
          </p:cNvPr>
          <p:cNvSpPr txBox="1"/>
          <p:nvPr/>
        </p:nvSpPr>
        <p:spPr>
          <a:xfrm>
            <a:off x="2684207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IT22335050  | Pathirana M.M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106065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44A2C75-909D-AC37-9F6F-CAB8B0D2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</p:spPr>
        <p:txBody>
          <a:bodyPr/>
          <a:lstStyle/>
          <a:p>
            <a:r>
              <a:rPr lang="en-US"/>
              <a:t>Human Guided Explainable AI</a:t>
            </a:r>
          </a:p>
        </p:txBody>
      </p:sp>
      <p:pic>
        <p:nvPicPr>
          <p:cNvPr id="8" name="Content Placeholder 7" descr="A diagram of a diagram&#10;&#10;Description automatically generated">
            <a:extLst>
              <a:ext uri="{FF2B5EF4-FFF2-40B4-BE49-F238E27FC236}">
                <a16:creationId xmlns:a16="http://schemas.microsoft.com/office/drawing/2014/main" id="{E74BC0C7-DA40-B71F-3A06-9DECAA0D2A5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714" y="1600201"/>
            <a:ext cx="2104572" cy="4525963"/>
          </a:xfrm>
          <a:noFill/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BDDCAD-44C0-A15D-36B4-316302E67302}"/>
              </a:ext>
            </a:extLst>
          </p:cNvPr>
          <p:cNvSpPr txBox="1"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</a:rPr>
              <a:t>Design Excellence:</a:t>
            </a:r>
            <a:endParaRPr lang="en-US" sz="1800">
              <a:solidFill>
                <a:schemeClr val="accent1">
                  <a:lumMod val="75000"/>
                </a:schemeClr>
              </a:solidFill>
            </a:endParaRP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800" b="1"/>
              <a:t>Multi-Layered Visual Interpretation: </a:t>
            </a:r>
            <a:r>
              <a:rPr lang="en-US" sz="1800"/>
              <a:t>UI that color codes "Internal Attention" (SHAP) versus "External Logic" (LIME)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800" b="1"/>
              <a:t>Active Feedback Loop:</a:t>
            </a:r>
            <a:r>
              <a:rPr lang="en-US" sz="1800"/>
              <a:t> </a:t>
            </a:r>
            <a:r>
              <a:rPr lang="en-US" sz="1800" b="0" i="0" u="none" strike="noStrike">
                <a:effectLst/>
              </a:rPr>
              <a:t>Structured annotation pipelines for human correction and reinforcement</a:t>
            </a:r>
          </a:p>
          <a:p>
            <a:pPr marL="0" lvl="1" indent="0">
              <a:lnSpc>
                <a:spcPct val="90000"/>
              </a:lnSpc>
              <a:spcBef>
                <a:spcPct val="20000"/>
              </a:spcBef>
              <a:buNone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</a:rPr>
              <a:t>Contribution:</a:t>
            </a:r>
            <a:endParaRPr lang="en-US" sz="1800">
              <a:solidFill>
                <a:schemeClr val="accent1">
                  <a:lumMod val="75000"/>
                </a:schemeClr>
              </a:solidFill>
            </a:endParaRP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800" b="1"/>
              <a:t>Source-Grounded Justifications</a:t>
            </a:r>
            <a:r>
              <a:rPr lang="en-US" sz="1800"/>
              <a:t> (links each answer to retrieved documents and passages).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800" b="1"/>
              <a:t>Human-Validated Corrections</a:t>
            </a:r>
            <a:r>
              <a:rPr lang="en-US" sz="1800"/>
              <a:t> (expert feedback injected directly into the decision loop).</a:t>
            </a:r>
          </a:p>
          <a:p>
            <a:pPr marL="342900" lvl="1" indent="-342900">
              <a:lnSpc>
                <a:spcPct val="9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sz="1800" b="1"/>
              <a:t>HITL-Driven Refinement Loop</a:t>
            </a:r>
            <a:r>
              <a:rPr lang="en-US" sz="1800"/>
              <a:t> (Q&amp;A → XAI → Human Review → Knowledge Update).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46D90C-E1CC-3175-C391-46893475D156}"/>
              </a:ext>
            </a:extLst>
          </p:cNvPr>
          <p:cNvSpPr txBox="1"/>
          <p:nvPr/>
        </p:nvSpPr>
        <p:spPr>
          <a:xfrm>
            <a:off x="2684207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IT22335050  | Pathirana M.M</a:t>
            </a:r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 </a:t>
            </a:r>
            <a:r>
              <a:rPr lang="en-US" sz="1800">
                <a:solidFill>
                  <a:schemeClr val="tx1"/>
                </a:solidFill>
                <a:latin typeface="Rockwell" panose="02060603020205020403" pitchFamily="18" charset="0"/>
              </a:rPr>
              <a:t>|   </a:t>
            </a:r>
            <a:r>
              <a:rPr lang="en-US" sz="1800" b="0">
                <a:solidFill>
                  <a:schemeClr val="tx1"/>
                </a:solidFill>
                <a:latin typeface="Rockwell" panose="02060603020205020403" pitchFamily="18" charset="0"/>
              </a:rPr>
              <a:t>25-26J-129</a:t>
            </a:r>
          </a:p>
        </p:txBody>
      </p:sp>
    </p:spTree>
    <p:extLst>
      <p:ext uri="{BB962C8B-B14F-4D97-AF65-F5344CB8AC3E}">
        <p14:creationId xmlns:p14="http://schemas.microsoft.com/office/powerpoint/2010/main" val="3620948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4F3D0-190F-53EB-A2A9-7E712F44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A5A5189-7A1F-00CD-E424-12B829C6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IT22910936 | Wijetunga w.l.a.t.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0D3F3E-69C4-8CB5-844D-3C45394350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  <a:endParaRPr lang="en-US"/>
          </a:p>
          <a:p>
            <a:endParaRPr lang="en-US"/>
          </a:p>
          <a:p>
            <a:r>
              <a:rPr lang="en-US">
                <a:latin typeface="Rockwell" panose="02060603020205020403" pitchFamily="18" charset="0"/>
              </a:rPr>
              <a:t>BSc (Hons) in Information Technology Specializing in Data Science</a:t>
            </a:r>
          </a:p>
        </p:txBody>
      </p:sp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C0DD017-5AB1-D601-B571-A81D24D2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9049" y="34021"/>
            <a:ext cx="2057400" cy="264522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9CC1E0-87F3-F38C-534D-1678FA99B3C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</p:spTree>
    <p:extLst>
      <p:ext uri="{BB962C8B-B14F-4D97-AF65-F5344CB8AC3E}">
        <p14:creationId xmlns:p14="http://schemas.microsoft.com/office/powerpoint/2010/main" val="1744144363"/>
      </p:ext>
    </p:extLst>
  </p:cSld>
  <p:clrMapOvr>
    <a:masterClrMapping/>
  </p:clrMapOvr>
  <p:transition spd="slow">
    <p:dissolv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94BD3-BAD9-F87B-6DD4-F1B2DD382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67D6-06F1-ECAE-1C6C-5BD85294C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  <a:endParaRPr 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733EB12-8E94-EBB1-1EB8-58ADD1C5B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42772" y="1096962"/>
            <a:ext cx="3478060" cy="51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CEEB0D6-6539-EA1F-3C0B-9981DA42FCC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86DA51-EFEE-F8B8-70DD-3E9E5E0F5097}"/>
              </a:ext>
            </a:extLst>
          </p:cNvPr>
          <p:cNvSpPr/>
          <p:nvPr/>
        </p:nvSpPr>
        <p:spPr>
          <a:xfrm>
            <a:off x="1988675" y="1247987"/>
            <a:ext cx="4336027" cy="1877625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Problem : </a:t>
            </a:r>
          </a:p>
          <a:p>
            <a:r>
              <a:rPr lang="en-US"/>
              <a:t>Hallucinations (</a:t>
            </a:r>
            <a:r>
              <a:rPr lang="en-US" b="1" err="1"/>
              <a:t>LayoutLM</a:t>
            </a:r>
            <a:r>
              <a:rPr lang="en-US" b="1"/>
              <a:t>, </a:t>
            </a:r>
            <a:r>
              <a:rPr lang="en-US" b="1" err="1"/>
              <a:t>LlamaParse</a:t>
            </a:r>
            <a:r>
              <a:rPr lang="en-US" b="1"/>
              <a:t>, Amazon </a:t>
            </a:r>
            <a:r>
              <a:rPr lang="en-US" b="1" err="1"/>
              <a:t>Textract</a:t>
            </a:r>
            <a:r>
              <a:rPr lang="en-US"/>
              <a:t>), PII leaks (</a:t>
            </a:r>
            <a:r>
              <a:rPr lang="en-US" b="1"/>
              <a:t>names, NRIC, dates</a:t>
            </a:r>
            <a:r>
              <a:rPr lang="en-US"/>
              <a:t>), logical errors in extracted document data (invoices, clinical summaries, receipts).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D66147E-940F-C3BE-A42C-866A61384270}"/>
              </a:ext>
            </a:extLst>
          </p:cNvPr>
          <p:cNvSpPr/>
          <p:nvPr/>
        </p:nvSpPr>
        <p:spPr>
          <a:xfrm>
            <a:off x="1041016" y="5406044"/>
            <a:ext cx="6816365" cy="71706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Solution: </a:t>
            </a:r>
          </a:p>
          <a:p>
            <a:r>
              <a:rPr lang="en-US" err="1"/>
              <a:t>FastAPI</a:t>
            </a:r>
            <a:r>
              <a:rPr lang="en-US"/>
              <a:t> microservice with 5-layer validation on IDPO JSON output.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94CE362-61BF-6DD9-E970-2814822F8220}"/>
              </a:ext>
            </a:extLst>
          </p:cNvPr>
          <p:cNvSpPr/>
          <p:nvPr/>
        </p:nvSpPr>
        <p:spPr>
          <a:xfrm>
            <a:off x="157317" y="3276636"/>
            <a:ext cx="4109884" cy="196395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Root Causes: </a:t>
            </a:r>
          </a:p>
          <a:p>
            <a:r>
              <a:rPr lang="en-US"/>
              <a:t>No memory for learning from failures, lack of safety layers in RAG pipelines, trust issues in unstructured docs like invoices/clinical summaries.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DC3986C-5BCF-6216-A5EF-F33F2D8D04D2}"/>
              </a:ext>
            </a:extLst>
          </p:cNvPr>
          <p:cNvSpPr/>
          <p:nvPr/>
        </p:nvSpPr>
        <p:spPr>
          <a:xfrm>
            <a:off x="4449199" y="3279130"/>
            <a:ext cx="3711575" cy="1963957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Target Group: </a:t>
            </a:r>
          </a:p>
          <a:p>
            <a:r>
              <a:rPr lang="en-US"/>
              <a:t>Healthcare providers (medication to avoid harm), banks/insurers (claims to prevent fraud), legal firms (</a:t>
            </a:r>
            <a:r>
              <a:rPr lang="en-US" err="1"/>
              <a:t>PurchaseOrders</a:t>
            </a:r>
            <a:r>
              <a:rPr lang="en-US"/>
              <a:t> for compliance).</a:t>
            </a:r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8124831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AB27-6EB2-C733-BB4C-D13CBA77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9BCB4-5396-9774-408A-937B66B07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Rockwell Nova" panose="02060503020205020403" pitchFamily="18" charset="0"/>
                <a:cs typeface="Times New Roman" panose="02020603050405020304" pitchFamily="18" charset="0"/>
              </a:rPr>
              <a:t>Hallucination Detection and Guardrails</a:t>
            </a: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3181C6-3385-E04B-E21E-4D2C7F64388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  <a:latin typeface="Rockwell" panose="02060603020205020403" pitchFamily="18" charset="0"/>
              </a:rPr>
              <a:t>IT22910936   |   Wijetunga W.L.A.T. |   25-26J-129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AC821E-A5D0-2A2C-D229-D829954D506B}"/>
              </a:ext>
            </a:extLst>
          </p:cNvPr>
          <p:cNvSpPr/>
          <p:nvPr/>
        </p:nvSpPr>
        <p:spPr>
          <a:xfrm>
            <a:off x="4417359" y="1249457"/>
            <a:ext cx="7086600" cy="175260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/>
              <a:t>Design Excellence: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Modular </a:t>
            </a:r>
            <a:r>
              <a:rPr lang="en-US" err="1"/>
              <a:t>FastAPI</a:t>
            </a:r>
            <a:r>
              <a:rPr lang="en-US"/>
              <a:t> microservice (editable pip package).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Sequential ensemble for efficiency (schema first → short-circuit).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Structured input (</a:t>
            </a:r>
            <a:r>
              <a:rPr lang="en-US" err="1"/>
              <a:t>RAGInput</a:t>
            </a:r>
            <a:r>
              <a:rPr lang="en-US"/>
              <a:t>) / output (</a:t>
            </a:r>
            <a:r>
              <a:rPr lang="en-US" err="1"/>
              <a:t>GuardrailOutput</a:t>
            </a:r>
            <a:r>
              <a:rPr lang="en-US"/>
              <a:t>) for agent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Offline, zero runtime cost, &lt;1s latency on CPU.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91F147-B54F-D9C5-38EE-88BE1CA093DF}"/>
              </a:ext>
            </a:extLst>
          </p:cNvPr>
          <p:cNvGrpSpPr/>
          <p:nvPr/>
        </p:nvGrpSpPr>
        <p:grpSpPr>
          <a:xfrm>
            <a:off x="4259826" y="3546330"/>
            <a:ext cx="7848600" cy="2223701"/>
            <a:chOff x="1066800" y="3366606"/>
            <a:chExt cx="7772400" cy="2223701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CE62B4E-6348-2993-D7C3-48BC49C2176A}"/>
                </a:ext>
              </a:extLst>
            </p:cNvPr>
            <p:cNvSpPr/>
            <p:nvPr/>
          </p:nvSpPr>
          <p:spPr>
            <a:xfrm>
              <a:off x="1066800" y="3366606"/>
              <a:ext cx="7543800" cy="2223701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B4998AAC-FC92-6601-E2F9-E63D47436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6800" y="3519101"/>
              <a:ext cx="7772400" cy="17543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en-US" b="1">
                  <a:latin typeface="Arial" panose="020B0604020202020204" pitchFamily="34" charset="0"/>
                </a:rPr>
                <a:t>Contribution:</a:t>
              </a:r>
            </a:p>
            <a:p>
              <a:pPr marL="800100" lvl="1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>
                  <a:latin typeface="Arial" panose="020B0604020202020204" pitchFamily="34" charset="0"/>
                </a:rPr>
                <a:t>Per-field hallucination scoring (pinpoints exact fake values). </a:t>
              </a:r>
            </a:p>
            <a:p>
              <a:pPr marL="800100" lvl="1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>
                  <a:latin typeface="Arial" panose="020B0604020202020204" pitchFamily="34" charset="0"/>
                </a:rPr>
                <a:t>Document-specific schemas (7 types with real validators). </a:t>
              </a:r>
            </a:p>
            <a:p>
              <a:pPr marL="800100" lvl="1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>
                  <a:latin typeface="Arial" panose="020B0604020202020204" pitchFamily="34" charset="0"/>
                </a:rPr>
                <a:t>Lightweight enhancement over </a:t>
              </a:r>
              <a:r>
                <a:rPr lang="en-US" altLang="en-US" err="1">
                  <a:latin typeface="Arial" panose="020B0604020202020204" pitchFamily="34" charset="0"/>
                </a:rPr>
                <a:t>NeMo</a:t>
              </a:r>
              <a:r>
                <a:rPr lang="en-US" altLang="en-US">
                  <a:latin typeface="Arial" panose="020B0604020202020204" pitchFamily="34" charset="0"/>
                </a:rPr>
                <a:t> Guardrails (no LLM/GPU needed). </a:t>
              </a:r>
            </a:p>
            <a:p>
              <a:pPr marL="800100" lvl="1" indent="-342900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altLang="en-US">
                  <a:latin typeface="Arial" panose="020B0604020202020204" pitchFamily="34" charset="0"/>
                </a:rPr>
                <a:t>Ready for multi-agent loop (IDPO → Guardrails → AHMN/HITL). </a:t>
              </a:r>
            </a:p>
          </p:txBody>
        </p:sp>
      </p:grpSp>
      <p:pic>
        <p:nvPicPr>
          <p:cNvPr id="5" name="Content Placeholder 9">
            <a:extLst>
              <a:ext uri="{FF2B5EF4-FFF2-40B4-BE49-F238E27FC236}">
                <a16:creationId xmlns:a16="http://schemas.microsoft.com/office/drawing/2014/main" id="{F8757067-0E1F-5B0F-75E9-B7F9D5140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50925" y="1096962"/>
            <a:ext cx="3478060" cy="51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2651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F967E-B8C2-4415-F4E7-BE68F79EC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Rockwell" panose="02060603020205020403" pitchFamily="18" charset="0"/>
              </a:rPr>
              <a:t>Commercialization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E24C3-CA05-964A-2BB5-D2941A2C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10750550" cy="453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>
                <a:latin typeface="Rockwell" panose="02060603020205020403" pitchFamily="18" charset="0"/>
              </a:rPr>
              <a:t>Target Industries</a:t>
            </a:r>
            <a:endParaRPr lang="en-US" sz="1800">
              <a:latin typeface="Rockwell" panose="020606030202050204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Healthcare, Legal, Finance, Education</a:t>
            </a:r>
          </a:p>
          <a:p>
            <a:pPr marL="0" indent="0">
              <a:buNone/>
            </a:pPr>
            <a:endParaRPr lang="en-US" sz="1800" b="1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1800" b="1">
                <a:latin typeface="Rockwell" panose="02060603020205020403" pitchFamily="18" charset="0"/>
              </a:rPr>
              <a:t>Revenue Model</a:t>
            </a:r>
            <a:endParaRPr lang="en-US" sz="1800">
              <a:latin typeface="Rockwell" panose="02060603020205020403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Subscription-based with tiered plans </a:t>
            </a:r>
          </a:p>
          <a:p>
            <a:pPr>
              <a:buFont typeface="Wingdings" pitchFamily="2" charset="2"/>
              <a:buChar char="Ø"/>
            </a:pPr>
            <a:r>
              <a:rPr lang="en-US" sz="1800">
                <a:latin typeface="Rockwell" panose="02060603020205020403" pitchFamily="18" charset="0"/>
              </a:rPr>
              <a:t>Enterprise: custom deployments, premium support, domain-specific modules</a:t>
            </a:r>
          </a:p>
          <a:p>
            <a:pPr marL="0" indent="0">
              <a:buNone/>
            </a:pPr>
            <a:endParaRPr lang="en-US" sz="1900" b="1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US" sz="1900" b="1">
                <a:latin typeface="Rockwell" panose="02060603020205020403" pitchFamily="18" charset="0"/>
              </a:rPr>
              <a:t>Investment Cost</a:t>
            </a:r>
          </a:p>
          <a:p>
            <a:endParaRPr lang="en-US" sz="1900">
              <a:latin typeface="Rockwell" panose="02060603020205020403" pitchFamily="18" charset="0"/>
            </a:endParaRPr>
          </a:p>
          <a:p>
            <a:endParaRPr lang="en-US">
              <a:latin typeface="Rockwell" panose="020606030202050204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00D117-9C00-B2B3-2968-66BBF21BEE33}"/>
              </a:ext>
            </a:extLst>
          </p:cNvPr>
          <p:cNvGraphicFramePr>
            <a:graphicFrameLocks noGrp="1"/>
          </p:cNvGraphicFramePr>
          <p:nvPr/>
        </p:nvGraphicFramePr>
        <p:xfrm>
          <a:off x="755650" y="4330700"/>
          <a:ext cx="65532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6600">
                  <a:extLst>
                    <a:ext uri="{9D8B030D-6E8A-4147-A177-3AD203B41FA5}">
                      <a16:colId xmlns:a16="http://schemas.microsoft.com/office/drawing/2014/main" val="2074573448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6348014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733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Cloud 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112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Conference 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16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Software Licenses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077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76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1367</Words>
  <Application>Microsoft Office PowerPoint</Application>
  <PresentationFormat>Widescreen</PresentationFormat>
  <Paragraphs>164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Adobe Devanagari</vt:lpstr>
      <vt:lpstr>Arial</vt:lpstr>
      <vt:lpstr>Calibri</vt:lpstr>
      <vt:lpstr>Cambria</vt:lpstr>
      <vt:lpstr>Rockwell</vt:lpstr>
      <vt:lpstr>Rockwell Nova</vt:lpstr>
      <vt:lpstr>Tahoma</vt:lpstr>
      <vt:lpstr>Wingdings</vt:lpstr>
      <vt:lpstr>Office Theme</vt:lpstr>
      <vt:lpstr>Modular Multi Agent Document AI</vt:lpstr>
      <vt:lpstr>Introduction to the Problem</vt:lpstr>
      <vt:lpstr>PowerPoint Presentation</vt:lpstr>
      <vt:lpstr>System Diagram</vt:lpstr>
      <vt:lpstr>PowerPoint Presentation</vt:lpstr>
      <vt:lpstr>Intelligent Document Processing Orchestration</vt:lpstr>
      <vt:lpstr>Intelligent Document Processing Orchestration</vt:lpstr>
      <vt:lpstr>PowerPoint Presentation</vt:lpstr>
      <vt:lpstr>Adaptive Hierarchical Memory Network </vt:lpstr>
      <vt:lpstr>Adaptive Hierarchical Memory Network </vt:lpstr>
      <vt:lpstr>IT22335050 | Pathirana m.m</vt:lpstr>
      <vt:lpstr>Human Guided Explainable AI</vt:lpstr>
      <vt:lpstr>Human Guided Explainable AI</vt:lpstr>
      <vt:lpstr>IT22910936 | Wijetunga w.l.a.t.</vt:lpstr>
      <vt:lpstr>Hallucination Detection and Guardrails</vt:lpstr>
      <vt:lpstr>Hallucination Detection and Guardrails</vt:lpstr>
      <vt:lpstr>Commercialization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effectively approach the Progress Presentation 1</dc:title>
  <dc:creator>Koliya Pulasinghe</dc:creator>
  <cp:lastModifiedBy>WIJETUNGA W L A T it22910936</cp:lastModifiedBy>
  <cp:revision>2</cp:revision>
  <dcterms:created xsi:type="dcterms:W3CDTF">2025-08-25T09:34:25Z</dcterms:created>
  <dcterms:modified xsi:type="dcterms:W3CDTF">2026-04-25T14:41:27Z</dcterms:modified>
</cp:coreProperties>
</file>